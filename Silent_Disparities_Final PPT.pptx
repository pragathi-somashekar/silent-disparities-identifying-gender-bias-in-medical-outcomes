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ink/ink1.xml" ContentType="application/inkml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89" r:id="rId7"/>
    <p:sldId id="292" r:id="rId8"/>
    <p:sldId id="290" r:id="rId9"/>
    <p:sldId id="291" r:id="rId10"/>
    <p:sldId id="287" r:id="rId11"/>
    <p:sldId id="271" r:id="rId12"/>
    <p:sldId id="272" r:id="rId13"/>
    <p:sldId id="273" r:id="rId14"/>
    <p:sldId id="274" r:id="rId15"/>
    <p:sldId id="275" r:id="rId16"/>
    <p:sldId id="27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2"/>
    <p:restoredTop sz="94678"/>
  </p:normalViewPr>
  <p:slideViewPr>
    <p:cSldViewPr snapToGrid="0" snapToObjects="1">
      <p:cViewPr varScale="1">
        <p:scale>
          <a:sx n="109" d="100"/>
          <a:sy n="109" d="100"/>
        </p:scale>
        <p:origin x="173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2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2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3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040EB-A153-45D1-B436-16C29525CAA5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469F568E-9383-4695-A92E-CD67B5A59844}">
      <dgm:prSet/>
      <dgm:spPr/>
      <dgm:t>
        <a:bodyPr/>
        <a:lstStyle/>
        <a:p>
          <a:r>
            <a:rPr lang="en-US" dirty="0"/>
            <a:t>Large-scale bias detection using MIMIC-IV EHR data.</a:t>
          </a:r>
        </a:p>
      </dgm:t>
    </dgm:pt>
    <dgm:pt modelId="{95527229-02A8-48FC-9EFE-DC1808E2D799}" type="parTrans" cxnId="{1BF90C9C-0E2C-4403-AF60-FA74AF09D098}">
      <dgm:prSet/>
      <dgm:spPr/>
      <dgm:t>
        <a:bodyPr/>
        <a:lstStyle/>
        <a:p>
          <a:endParaRPr lang="en-US"/>
        </a:p>
      </dgm:t>
    </dgm:pt>
    <dgm:pt modelId="{400311DF-CC17-41F6-86BF-10B595D33EED}" type="sibTrans" cxnId="{1BF90C9C-0E2C-4403-AF60-FA74AF09D098}">
      <dgm:prSet/>
      <dgm:spPr/>
      <dgm:t>
        <a:bodyPr/>
        <a:lstStyle/>
        <a:p>
          <a:endParaRPr lang="en-US"/>
        </a:p>
      </dgm:t>
    </dgm:pt>
    <dgm:pt modelId="{9D03F7CB-8D87-4F1D-938C-A773995EE025}">
      <dgm:prSet/>
      <dgm:spPr/>
      <dgm:t>
        <a:bodyPr/>
        <a:lstStyle/>
        <a:p>
          <a:r>
            <a:rPr lang="en-US"/>
            <a:t>ML models + fairness metrics to evaluate gender equity.</a:t>
          </a:r>
        </a:p>
      </dgm:t>
    </dgm:pt>
    <dgm:pt modelId="{1E9F23AD-9A2E-4244-8139-5AD1E66CF33D}" type="parTrans" cxnId="{A5C1CA60-3490-4D1F-B7A2-78F4F6CE7315}">
      <dgm:prSet/>
      <dgm:spPr/>
      <dgm:t>
        <a:bodyPr/>
        <a:lstStyle/>
        <a:p>
          <a:endParaRPr lang="en-US"/>
        </a:p>
      </dgm:t>
    </dgm:pt>
    <dgm:pt modelId="{EE1C11D8-C82B-45F2-8F9D-0125EA2B4B1D}" type="sibTrans" cxnId="{A5C1CA60-3490-4D1F-B7A2-78F4F6CE7315}">
      <dgm:prSet/>
      <dgm:spPr/>
      <dgm:t>
        <a:bodyPr/>
        <a:lstStyle/>
        <a:p>
          <a:endParaRPr lang="en-US"/>
        </a:p>
      </dgm:t>
    </dgm:pt>
    <dgm:pt modelId="{3A7DE777-B5F5-4394-94B8-1DC456239EFB}">
      <dgm:prSet/>
      <dgm:spPr/>
      <dgm:t>
        <a:bodyPr/>
        <a:lstStyle/>
        <a:p>
          <a:r>
            <a:rPr lang="en-US" dirty="0"/>
            <a:t>Consistent disparities identified.</a:t>
          </a:r>
        </a:p>
      </dgm:t>
    </dgm:pt>
    <dgm:pt modelId="{8EA4DACA-B82E-4F3E-9A73-74052A0220A1}" type="parTrans" cxnId="{999E498E-C028-4FB3-82A0-1C137577F507}">
      <dgm:prSet/>
      <dgm:spPr/>
      <dgm:t>
        <a:bodyPr/>
        <a:lstStyle/>
        <a:p>
          <a:endParaRPr lang="en-US"/>
        </a:p>
      </dgm:t>
    </dgm:pt>
    <dgm:pt modelId="{740AD177-C2F9-4CF1-9E4C-80A1C7041F96}" type="sibTrans" cxnId="{999E498E-C028-4FB3-82A0-1C137577F507}">
      <dgm:prSet/>
      <dgm:spPr/>
      <dgm:t>
        <a:bodyPr/>
        <a:lstStyle/>
        <a:p>
          <a:endParaRPr lang="en-US"/>
        </a:p>
      </dgm:t>
    </dgm:pt>
    <dgm:pt modelId="{5A9DF7CF-ACBC-4766-86F8-A083189E9744}" type="pres">
      <dgm:prSet presAssocID="{F5F040EB-A153-45D1-B436-16C29525CAA5}" presName="linear" presStyleCnt="0">
        <dgm:presLayoutVars>
          <dgm:animLvl val="lvl"/>
          <dgm:resizeHandles val="exact"/>
        </dgm:presLayoutVars>
      </dgm:prSet>
      <dgm:spPr/>
    </dgm:pt>
    <dgm:pt modelId="{23547D96-5134-4445-9113-94D65B1C8213}" type="pres">
      <dgm:prSet presAssocID="{469F568E-9383-4695-A92E-CD67B5A5984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35C4B75-0030-4904-BD2D-D483EE9744A4}" type="pres">
      <dgm:prSet presAssocID="{400311DF-CC17-41F6-86BF-10B595D33EED}" presName="spacer" presStyleCnt="0"/>
      <dgm:spPr/>
    </dgm:pt>
    <dgm:pt modelId="{6B93222D-6D4D-4145-8858-AD3CAA33667A}" type="pres">
      <dgm:prSet presAssocID="{9D03F7CB-8D87-4F1D-938C-A773995EE025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C4F5FE4-1233-4026-9D88-CDC0963F4881}" type="pres">
      <dgm:prSet presAssocID="{EE1C11D8-C82B-45F2-8F9D-0125EA2B4B1D}" presName="spacer" presStyleCnt="0"/>
      <dgm:spPr/>
    </dgm:pt>
    <dgm:pt modelId="{E1D7B021-2EF5-413E-9D59-A86440D7721A}" type="pres">
      <dgm:prSet presAssocID="{3A7DE777-B5F5-4394-94B8-1DC456239EF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8520737-9783-463E-9483-780EF0A73F7E}" type="presOf" srcId="{3A7DE777-B5F5-4394-94B8-1DC456239EFB}" destId="{E1D7B021-2EF5-413E-9D59-A86440D7721A}" srcOrd="0" destOrd="0" presId="urn:microsoft.com/office/officeart/2005/8/layout/vList2"/>
    <dgm:cxn modelId="{278B4643-7DC5-4B68-AF55-B63245498AF7}" type="presOf" srcId="{9D03F7CB-8D87-4F1D-938C-A773995EE025}" destId="{6B93222D-6D4D-4145-8858-AD3CAA33667A}" srcOrd="0" destOrd="0" presId="urn:microsoft.com/office/officeart/2005/8/layout/vList2"/>
    <dgm:cxn modelId="{EAC14556-8FB6-4C61-8E06-22FF07DC133C}" type="presOf" srcId="{469F568E-9383-4695-A92E-CD67B5A59844}" destId="{23547D96-5134-4445-9113-94D65B1C8213}" srcOrd="0" destOrd="0" presId="urn:microsoft.com/office/officeart/2005/8/layout/vList2"/>
    <dgm:cxn modelId="{CE010460-091E-47AD-A019-3DC6998447E5}" type="presOf" srcId="{F5F040EB-A153-45D1-B436-16C29525CAA5}" destId="{5A9DF7CF-ACBC-4766-86F8-A083189E9744}" srcOrd="0" destOrd="0" presId="urn:microsoft.com/office/officeart/2005/8/layout/vList2"/>
    <dgm:cxn modelId="{A5C1CA60-3490-4D1F-B7A2-78F4F6CE7315}" srcId="{F5F040EB-A153-45D1-B436-16C29525CAA5}" destId="{9D03F7CB-8D87-4F1D-938C-A773995EE025}" srcOrd="1" destOrd="0" parTransId="{1E9F23AD-9A2E-4244-8139-5AD1E66CF33D}" sibTransId="{EE1C11D8-C82B-45F2-8F9D-0125EA2B4B1D}"/>
    <dgm:cxn modelId="{999E498E-C028-4FB3-82A0-1C137577F507}" srcId="{F5F040EB-A153-45D1-B436-16C29525CAA5}" destId="{3A7DE777-B5F5-4394-94B8-1DC456239EFB}" srcOrd="2" destOrd="0" parTransId="{8EA4DACA-B82E-4F3E-9A73-74052A0220A1}" sibTransId="{740AD177-C2F9-4CF1-9E4C-80A1C7041F96}"/>
    <dgm:cxn modelId="{1BF90C9C-0E2C-4403-AF60-FA74AF09D098}" srcId="{F5F040EB-A153-45D1-B436-16C29525CAA5}" destId="{469F568E-9383-4695-A92E-CD67B5A59844}" srcOrd="0" destOrd="0" parTransId="{95527229-02A8-48FC-9EFE-DC1808E2D799}" sibTransId="{400311DF-CC17-41F6-86BF-10B595D33EED}"/>
    <dgm:cxn modelId="{81AE9863-F3A9-4F8D-9E14-231761B8386E}" type="presParOf" srcId="{5A9DF7CF-ACBC-4766-86F8-A083189E9744}" destId="{23547D96-5134-4445-9113-94D65B1C8213}" srcOrd="0" destOrd="0" presId="urn:microsoft.com/office/officeart/2005/8/layout/vList2"/>
    <dgm:cxn modelId="{D171FF32-CA6F-4855-8C96-B6325420C6C6}" type="presParOf" srcId="{5A9DF7CF-ACBC-4766-86F8-A083189E9744}" destId="{C35C4B75-0030-4904-BD2D-D483EE9744A4}" srcOrd="1" destOrd="0" presId="urn:microsoft.com/office/officeart/2005/8/layout/vList2"/>
    <dgm:cxn modelId="{B30EB2A2-CA30-4674-A860-CC102FF1538A}" type="presParOf" srcId="{5A9DF7CF-ACBC-4766-86F8-A083189E9744}" destId="{6B93222D-6D4D-4145-8858-AD3CAA33667A}" srcOrd="2" destOrd="0" presId="urn:microsoft.com/office/officeart/2005/8/layout/vList2"/>
    <dgm:cxn modelId="{7BBCA18A-AB34-4A4D-9674-35C83A3BD658}" type="presParOf" srcId="{5A9DF7CF-ACBC-4766-86F8-A083189E9744}" destId="{5C4F5FE4-1233-4026-9D88-CDC0963F4881}" srcOrd="3" destOrd="0" presId="urn:microsoft.com/office/officeart/2005/8/layout/vList2"/>
    <dgm:cxn modelId="{11CE8735-1AEF-4CCE-A6CF-1AB0B4066E96}" type="presParOf" srcId="{5A9DF7CF-ACBC-4766-86F8-A083189E9744}" destId="{E1D7B021-2EF5-413E-9D59-A86440D7721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AE83AE-8D5E-4E2E-83AF-A43542FC276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DD5A6634-260A-436C-B56E-E431DFF86834}">
      <dgm:prSet/>
      <dgm:spPr/>
      <dgm:t>
        <a:bodyPr/>
        <a:lstStyle/>
        <a:p>
          <a:pPr>
            <a:defRPr cap="all"/>
          </a:pPr>
          <a:r>
            <a:rPr lang="en-US"/>
            <a:t>MIMIC-IV ICU dataset (40K+ patients).</a:t>
          </a:r>
        </a:p>
      </dgm:t>
    </dgm:pt>
    <dgm:pt modelId="{C9051227-1BFC-4FB3-A989-067957527AFD}" type="parTrans" cxnId="{18FA9A7E-2CB6-4C88-9209-1095A7CAF3E1}">
      <dgm:prSet/>
      <dgm:spPr/>
      <dgm:t>
        <a:bodyPr/>
        <a:lstStyle/>
        <a:p>
          <a:endParaRPr lang="en-US"/>
        </a:p>
      </dgm:t>
    </dgm:pt>
    <dgm:pt modelId="{BB043D06-FC16-45AA-B05F-23BDB407E662}" type="sibTrans" cxnId="{18FA9A7E-2CB6-4C88-9209-1095A7CAF3E1}">
      <dgm:prSet/>
      <dgm:spPr/>
      <dgm:t>
        <a:bodyPr/>
        <a:lstStyle/>
        <a:p>
          <a:endParaRPr lang="en-US"/>
        </a:p>
      </dgm:t>
    </dgm:pt>
    <dgm:pt modelId="{70769621-E72B-4FDA-8C8E-EE47DB7267A4}">
      <dgm:prSet/>
      <dgm:spPr/>
      <dgm:t>
        <a:bodyPr/>
        <a:lstStyle/>
        <a:p>
          <a:pPr>
            <a:defRPr cap="all"/>
          </a:pPr>
          <a:r>
            <a:rPr lang="en-US"/>
            <a:t>Tables: demographics, diagnoses, procedures, labs, outcomes.</a:t>
          </a:r>
        </a:p>
      </dgm:t>
    </dgm:pt>
    <dgm:pt modelId="{C25FD88A-2503-4F8F-A45E-A53E2E8CFF3A}" type="parTrans" cxnId="{E0C25EE2-CE54-4CB1-9BBA-D1DDD297839F}">
      <dgm:prSet/>
      <dgm:spPr/>
      <dgm:t>
        <a:bodyPr/>
        <a:lstStyle/>
        <a:p>
          <a:endParaRPr lang="en-US"/>
        </a:p>
      </dgm:t>
    </dgm:pt>
    <dgm:pt modelId="{C78FC48A-1216-4F20-AD40-63A7095F768B}" type="sibTrans" cxnId="{E0C25EE2-CE54-4CB1-9BBA-D1DDD297839F}">
      <dgm:prSet/>
      <dgm:spPr/>
      <dgm:t>
        <a:bodyPr/>
        <a:lstStyle/>
        <a:p>
          <a:endParaRPr lang="en-US"/>
        </a:p>
      </dgm:t>
    </dgm:pt>
    <dgm:pt modelId="{69BAD2EB-FC74-4A2F-B3D6-84DBE47F254E}">
      <dgm:prSet/>
      <dgm:spPr/>
      <dgm:t>
        <a:bodyPr/>
        <a:lstStyle/>
        <a:p>
          <a:pPr>
            <a:defRPr cap="all"/>
          </a:pPr>
          <a:r>
            <a:rPr lang="en-US"/>
            <a:t>Adult patients only (18+).</a:t>
          </a:r>
        </a:p>
      </dgm:t>
    </dgm:pt>
    <dgm:pt modelId="{3C0A7A7E-13C8-469C-93ED-4C00E97626F6}" type="parTrans" cxnId="{24782E8D-0C9B-486D-AABA-68F7E5F8DA5F}">
      <dgm:prSet/>
      <dgm:spPr/>
      <dgm:t>
        <a:bodyPr/>
        <a:lstStyle/>
        <a:p>
          <a:endParaRPr lang="en-US"/>
        </a:p>
      </dgm:t>
    </dgm:pt>
    <dgm:pt modelId="{A54C8BA8-6512-4D75-AA1F-8BC78B142B04}" type="sibTrans" cxnId="{24782E8D-0C9B-486D-AABA-68F7E5F8DA5F}">
      <dgm:prSet/>
      <dgm:spPr/>
      <dgm:t>
        <a:bodyPr/>
        <a:lstStyle/>
        <a:p>
          <a:endParaRPr lang="en-US"/>
        </a:p>
      </dgm:t>
    </dgm:pt>
    <dgm:pt modelId="{6951F66E-4EA0-44ED-8873-5105DC28D50E}" type="pres">
      <dgm:prSet presAssocID="{73AE83AE-8D5E-4E2E-83AF-A43542FC2767}" presName="root" presStyleCnt="0">
        <dgm:presLayoutVars>
          <dgm:dir/>
          <dgm:resizeHandles val="exact"/>
        </dgm:presLayoutVars>
      </dgm:prSet>
      <dgm:spPr/>
    </dgm:pt>
    <dgm:pt modelId="{C27FB096-82C1-4B5A-B2E9-D3965A72F8FB}" type="pres">
      <dgm:prSet presAssocID="{DD5A6634-260A-436C-B56E-E431DFF86834}" presName="compNode" presStyleCnt="0"/>
      <dgm:spPr/>
    </dgm:pt>
    <dgm:pt modelId="{FFCDA1FB-26BB-451D-B7A3-29EAFDF38E1D}" type="pres">
      <dgm:prSet presAssocID="{DD5A6634-260A-436C-B56E-E431DFF86834}" presName="iconBgRect" presStyleLbl="bgShp" presStyleIdx="0" presStyleCnt="3"/>
      <dgm:spPr/>
    </dgm:pt>
    <dgm:pt modelId="{B78189EF-1B96-4944-8489-47DB6A2B6D28}" type="pres">
      <dgm:prSet presAssocID="{DD5A6634-260A-436C-B56E-E431DFF8683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V"/>
        </a:ext>
      </dgm:extLst>
    </dgm:pt>
    <dgm:pt modelId="{C0C6D1A9-BDE1-44B9-BD42-DA9E2F92EFF5}" type="pres">
      <dgm:prSet presAssocID="{DD5A6634-260A-436C-B56E-E431DFF86834}" presName="spaceRect" presStyleCnt="0"/>
      <dgm:spPr/>
    </dgm:pt>
    <dgm:pt modelId="{43A52F75-6E9B-46C4-A152-01DCBF60753D}" type="pres">
      <dgm:prSet presAssocID="{DD5A6634-260A-436C-B56E-E431DFF86834}" presName="textRect" presStyleLbl="revTx" presStyleIdx="0" presStyleCnt="3">
        <dgm:presLayoutVars>
          <dgm:chMax val="1"/>
          <dgm:chPref val="1"/>
        </dgm:presLayoutVars>
      </dgm:prSet>
      <dgm:spPr/>
    </dgm:pt>
    <dgm:pt modelId="{78D536E2-5283-4985-B631-9FB815FA81A2}" type="pres">
      <dgm:prSet presAssocID="{BB043D06-FC16-45AA-B05F-23BDB407E662}" presName="sibTrans" presStyleCnt="0"/>
      <dgm:spPr/>
    </dgm:pt>
    <dgm:pt modelId="{FBEE13C8-85AB-4875-93A8-9AE1C76C3FC1}" type="pres">
      <dgm:prSet presAssocID="{70769621-E72B-4FDA-8C8E-EE47DB7267A4}" presName="compNode" presStyleCnt="0"/>
      <dgm:spPr/>
    </dgm:pt>
    <dgm:pt modelId="{22E43CEE-9C7B-4944-BD57-FBC78331BA08}" type="pres">
      <dgm:prSet presAssocID="{70769621-E72B-4FDA-8C8E-EE47DB7267A4}" presName="iconBgRect" presStyleLbl="bgShp" presStyleIdx="1" presStyleCnt="3"/>
      <dgm:spPr/>
    </dgm:pt>
    <dgm:pt modelId="{BF9A940F-440F-4938-9C2A-29D00645FF53}" type="pres">
      <dgm:prSet presAssocID="{70769621-E72B-4FDA-8C8E-EE47DB7267A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7304AE42-F7EE-4389-974B-52E109C3FDD4}" type="pres">
      <dgm:prSet presAssocID="{70769621-E72B-4FDA-8C8E-EE47DB7267A4}" presName="spaceRect" presStyleCnt="0"/>
      <dgm:spPr/>
    </dgm:pt>
    <dgm:pt modelId="{E75CA4FE-9E8B-434A-A55E-F1E357F5C8DE}" type="pres">
      <dgm:prSet presAssocID="{70769621-E72B-4FDA-8C8E-EE47DB7267A4}" presName="textRect" presStyleLbl="revTx" presStyleIdx="1" presStyleCnt="3">
        <dgm:presLayoutVars>
          <dgm:chMax val="1"/>
          <dgm:chPref val="1"/>
        </dgm:presLayoutVars>
      </dgm:prSet>
      <dgm:spPr/>
    </dgm:pt>
    <dgm:pt modelId="{3EF75515-1262-45C5-B778-A3C1525A5988}" type="pres">
      <dgm:prSet presAssocID="{C78FC48A-1216-4F20-AD40-63A7095F768B}" presName="sibTrans" presStyleCnt="0"/>
      <dgm:spPr/>
    </dgm:pt>
    <dgm:pt modelId="{FEB2A421-AEA3-4C5C-BEFD-C2D915B11CBD}" type="pres">
      <dgm:prSet presAssocID="{69BAD2EB-FC74-4A2F-B3D6-84DBE47F254E}" presName="compNode" presStyleCnt="0"/>
      <dgm:spPr/>
    </dgm:pt>
    <dgm:pt modelId="{583B0F7D-3AC2-4201-A45D-7F2A1085F2DC}" type="pres">
      <dgm:prSet presAssocID="{69BAD2EB-FC74-4A2F-B3D6-84DBE47F254E}" presName="iconBgRect" presStyleLbl="bgShp" presStyleIdx="2" presStyleCnt="3"/>
      <dgm:spPr/>
    </dgm:pt>
    <dgm:pt modelId="{BEE0E7F7-86D8-43D5-9110-6C9BE6F9E45C}" type="pres">
      <dgm:prSet presAssocID="{69BAD2EB-FC74-4A2F-B3D6-84DBE47F254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vil Face Outline"/>
        </a:ext>
      </dgm:extLst>
    </dgm:pt>
    <dgm:pt modelId="{38DA7BA7-1448-4111-8494-A5AC8F0FF3C4}" type="pres">
      <dgm:prSet presAssocID="{69BAD2EB-FC74-4A2F-B3D6-84DBE47F254E}" presName="spaceRect" presStyleCnt="0"/>
      <dgm:spPr/>
    </dgm:pt>
    <dgm:pt modelId="{120C7D8B-DD1B-450A-9720-1EB57818E5F4}" type="pres">
      <dgm:prSet presAssocID="{69BAD2EB-FC74-4A2F-B3D6-84DBE47F254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CA84551-728A-4C04-AAFE-E6350DB2A5B4}" type="presOf" srcId="{DD5A6634-260A-436C-B56E-E431DFF86834}" destId="{43A52F75-6E9B-46C4-A152-01DCBF60753D}" srcOrd="0" destOrd="0" presId="urn:microsoft.com/office/officeart/2018/5/layout/IconCircleLabelList"/>
    <dgm:cxn modelId="{18FA9A7E-2CB6-4C88-9209-1095A7CAF3E1}" srcId="{73AE83AE-8D5E-4E2E-83AF-A43542FC2767}" destId="{DD5A6634-260A-436C-B56E-E431DFF86834}" srcOrd="0" destOrd="0" parTransId="{C9051227-1BFC-4FB3-A989-067957527AFD}" sibTransId="{BB043D06-FC16-45AA-B05F-23BDB407E662}"/>
    <dgm:cxn modelId="{24782E8D-0C9B-486D-AABA-68F7E5F8DA5F}" srcId="{73AE83AE-8D5E-4E2E-83AF-A43542FC2767}" destId="{69BAD2EB-FC74-4A2F-B3D6-84DBE47F254E}" srcOrd="2" destOrd="0" parTransId="{3C0A7A7E-13C8-469C-93ED-4C00E97626F6}" sibTransId="{A54C8BA8-6512-4D75-AA1F-8BC78B142B04}"/>
    <dgm:cxn modelId="{A885CAB1-6670-41EA-AED8-9CAAD4747C79}" type="presOf" srcId="{69BAD2EB-FC74-4A2F-B3D6-84DBE47F254E}" destId="{120C7D8B-DD1B-450A-9720-1EB57818E5F4}" srcOrd="0" destOrd="0" presId="urn:microsoft.com/office/officeart/2018/5/layout/IconCircleLabelList"/>
    <dgm:cxn modelId="{041A03D9-4B37-4627-85F8-EF755227F4A1}" type="presOf" srcId="{73AE83AE-8D5E-4E2E-83AF-A43542FC2767}" destId="{6951F66E-4EA0-44ED-8873-5105DC28D50E}" srcOrd="0" destOrd="0" presId="urn:microsoft.com/office/officeart/2018/5/layout/IconCircleLabelList"/>
    <dgm:cxn modelId="{5F524BE0-499C-49F6-A562-61A1D26683C2}" type="presOf" srcId="{70769621-E72B-4FDA-8C8E-EE47DB7267A4}" destId="{E75CA4FE-9E8B-434A-A55E-F1E357F5C8DE}" srcOrd="0" destOrd="0" presId="urn:microsoft.com/office/officeart/2018/5/layout/IconCircleLabelList"/>
    <dgm:cxn modelId="{E0C25EE2-CE54-4CB1-9BBA-D1DDD297839F}" srcId="{73AE83AE-8D5E-4E2E-83AF-A43542FC2767}" destId="{70769621-E72B-4FDA-8C8E-EE47DB7267A4}" srcOrd="1" destOrd="0" parTransId="{C25FD88A-2503-4F8F-A45E-A53E2E8CFF3A}" sibTransId="{C78FC48A-1216-4F20-AD40-63A7095F768B}"/>
    <dgm:cxn modelId="{DE0729C4-9540-4035-8512-661D4A6C3E29}" type="presParOf" srcId="{6951F66E-4EA0-44ED-8873-5105DC28D50E}" destId="{C27FB096-82C1-4B5A-B2E9-D3965A72F8FB}" srcOrd="0" destOrd="0" presId="urn:microsoft.com/office/officeart/2018/5/layout/IconCircleLabelList"/>
    <dgm:cxn modelId="{7065FE01-6B31-4027-BBD6-966B425AB1BB}" type="presParOf" srcId="{C27FB096-82C1-4B5A-B2E9-D3965A72F8FB}" destId="{FFCDA1FB-26BB-451D-B7A3-29EAFDF38E1D}" srcOrd="0" destOrd="0" presId="urn:microsoft.com/office/officeart/2018/5/layout/IconCircleLabelList"/>
    <dgm:cxn modelId="{11651875-1DAE-4728-AF71-FB2AF4E2F94B}" type="presParOf" srcId="{C27FB096-82C1-4B5A-B2E9-D3965A72F8FB}" destId="{B78189EF-1B96-4944-8489-47DB6A2B6D28}" srcOrd="1" destOrd="0" presId="urn:microsoft.com/office/officeart/2018/5/layout/IconCircleLabelList"/>
    <dgm:cxn modelId="{EE2BC483-B06E-4556-A1A8-57DC1C083ABC}" type="presParOf" srcId="{C27FB096-82C1-4B5A-B2E9-D3965A72F8FB}" destId="{C0C6D1A9-BDE1-44B9-BD42-DA9E2F92EFF5}" srcOrd="2" destOrd="0" presId="urn:microsoft.com/office/officeart/2018/5/layout/IconCircleLabelList"/>
    <dgm:cxn modelId="{51330CA4-1B95-476D-B965-E7D6B5DE7B4B}" type="presParOf" srcId="{C27FB096-82C1-4B5A-B2E9-D3965A72F8FB}" destId="{43A52F75-6E9B-46C4-A152-01DCBF60753D}" srcOrd="3" destOrd="0" presId="urn:microsoft.com/office/officeart/2018/5/layout/IconCircleLabelList"/>
    <dgm:cxn modelId="{FEE02566-43B7-4F0E-8317-F4E06B5AFFA8}" type="presParOf" srcId="{6951F66E-4EA0-44ED-8873-5105DC28D50E}" destId="{78D536E2-5283-4985-B631-9FB815FA81A2}" srcOrd="1" destOrd="0" presId="urn:microsoft.com/office/officeart/2018/5/layout/IconCircleLabelList"/>
    <dgm:cxn modelId="{9EA76F06-1905-4C9F-A875-6C6570866D29}" type="presParOf" srcId="{6951F66E-4EA0-44ED-8873-5105DC28D50E}" destId="{FBEE13C8-85AB-4875-93A8-9AE1C76C3FC1}" srcOrd="2" destOrd="0" presId="urn:microsoft.com/office/officeart/2018/5/layout/IconCircleLabelList"/>
    <dgm:cxn modelId="{47519EDA-6588-4C2B-9611-5BF35BEEBFA4}" type="presParOf" srcId="{FBEE13C8-85AB-4875-93A8-9AE1C76C3FC1}" destId="{22E43CEE-9C7B-4944-BD57-FBC78331BA08}" srcOrd="0" destOrd="0" presId="urn:microsoft.com/office/officeart/2018/5/layout/IconCircleLabelList"/>
    <dgm:cxn modelId="{137E6455-21E9-4A7E-BBFF-ED7B97090356}" type="presParOf" srcId="{FBEE13C8-85AB-4875-93A8-9AE1C76C3FC1}" destId="{BF9A940F-440F-4938-9C2A-29D00645FF53}" srcOrd="1" destOrd="0" presId="urn:microsoft.com/office/officeart/2018/5/layout/IconCircleLabelList"/>
    <dgm:cxn modelId="{065CB82C-8335-47BF-ABEA-A5C413FFAF6D}" type="presParOf" srcId="{FBEE13C8-85AB-4875-93A8-9AE1C76C3FC1}" destId="{7304AE42-F7EE-4389-974B-52E109C3FDD4}" srcOrd="2" destOrd="0" presId="urn:microsoft.com/office/officeart/2018/5/layout/IconCircleLabelList"/>
    <dgm:cxn modelId="{1BF1C41D-747C-4BF7-971A-61CA11DB432F}" type="presParOf" srcId="{FBEE13C8-85AB-4875-93A8-9AE1C76C3FC1}" destId="{E75CA4FE-9E8B-434A-A55E-F1E357F5C8DE}" srcOrd="3" destOrd="0" presId="urn:microsoft.com/office/officeart/2018/5/layout/IconCircleLabelList"/>
    <dgm:cxn modelId="{DF6D4465-799F-4F74-BD07-9495065C8D7B}" type="presParOf" srcId="{6951F66E-4EA0-44ED-8873-5105DC28D50E}" destId="{3EF75515-1262-45C5-B778-A3C1525A5988}" srcOrd="3" destOrd="0" presId="urn:microsoft.com/office/officeart/2018/5/layout/IconCircleLabelList"/>
    <dgm:cxn modelId="{21DB4F73-5E29-4DC1-A9E5-9655EB8F3D49}" type="presParOf" srcId="{6951F66E-4EA0-44ED-8873-5105DC28D50E}" destId="{FEB2A421-AEA3-4C5C-BEFD-C2D915B11CBD}" srcOrd="4" destOrd="0" presId="urn:microsoft.com/office/officeart/2018/5/layout/IconCircleLabelList"/>
    <dgm:cxn modelId="{360D0112-085F-4FAE-865E-CE7651BADD13}" type="presParOf" srcId="{FEB2A421-AEA3-4C5C-BEFD-C2D915B11CBD}" destId="{583B0F7D-3AC2-4201-A45D-7F2A1085F2DC}" srcOrd="0" destOrd="0" presId="urn:microsoft.com/office/officeart/2018/5/layout/IconCircleLabelList"/>
    <dgm:cxn modelId="{CA0964C6-FF31-45DE-89FD-49B0CBED9C62}" type="presParOf" srcId="{FEB2A421-AEA3-4C5C-BEFD-C2D915B11CBD}" destId="{BEE0E7F7-86D8-43D5-9110-6C9BE6F9E45C}" srcOrd="1" destOrd="0" presId="urn:microsoft.com/office/officeart/2018/5/layout/IconCircleLabelList"/>
    <dgm:cxn modelId="{5451E1DC-46DB-4435-9E10-9AD26DADDF95}" type="presParOf" srcId="{FEB2A421-AEA3-4C5C-BEFD-C2D915B11CBD}" destId="{38DA7BA7-1448-4111-8494-A5AC8F0FF3C4}" srcOrd="2" destOrd="0" presId="urn:microsoft.com/office/officeart/2018/5/layout/IconCircleLabelList"/>
    <dgm:cxn modelId="{851D1BED-74CD-4F59-826C-B9D9B6567981}" type="presParOf" srcId="{FEB2A421-AEA3-4C5C-BEFD-C2D915B11CBD}" destId="{120C7D8B-DD1B-450A-9720-1EB57818E5F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A33F24-76EA-4175-96F1-223748744D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422009A-A46D-4FDE-86A5-FF5D1E1C7943}">
      <dgm:prSet/>
      <dgm:spPr/>
      <dgm:t>
        <a:bodyPr/>
        <a:lstStyle/>
        <a:p>
          <a:r>
            <a:rPr lang="en-US"/>
            <a:t>Framework: PySpark on Databricks.</a:t>
          </a:r>
        </a:p>
      </dgm:t>
    </dgm:pt>
    <dgm:pt modelId="{86D6DFD8-9DC2-4E59-B333-F021BF116DCA}" type="parTrans" cxnId="{1AFF6950-E6A2-4336-829C-8470150C723F}">
      <dgm:prSet/>
      <dgm:spPr/>
      <dgm:t>
        <a:bodyPr/>
        <a:lstStyle/>
        <a:p>
          <a:endParaRPr lang="en-US"/>
        </a:p>
      </dgm:t>
    </dgm:pt>
    <dgm:pt modelId="{AAC1D55E-8462-4FC7-AFEE-EDFCBF7C8D16}" type="sibTrans" cxnId="{1AFF6950-E6A2-4336-829C-8470150C723F}">
      <dgm:prSet/>
      <dgm:spPr/>
      <dgm:t>
        <a:bodyPr/>
        <a:lstStyle/>
        <a:p>
          <a:endParaRPr lang="en-US"/>
        </a:p>
      </dgm:t>
    </dgm:pt>
    <dgm:pt modelId="{3F118812-A8AA-4302-9724-DB2D8ED5F806}">
      <dgm:prSet/>
      <dgm:spPr/>
      <dgm:t>
        <a:bodyPr/>
        <a:lstStyle/>
        <a:p>
          <a:r>
            <a:rPr lang="en-GB"/>
            <a:t>Second Platfrom : Google colab </a:t>
          </a:r>
          <a:endParaRPr lang="en-US"/>
        </a:p>
      </dgm:t>
    </dgm:pt>
    <dgm:pt modelId="{86232E65-CB09-476D-81AF-D5DC08E8397D}" type="parTrans" cxnId="{7A72D803-4431-4673-B094-14E642ED3D1B}">
      <dgm:prSet/>
      <dgm:spPr/>
      <dgm:t>
        <a:bodyPr/>
        <a:lstStyle/>
        <a:p>
          <a:endParaRPr lang="en-US"/>
        </a:p>
      </dgm:t>
    </dgm:pt>
    <dgm:pt modelId="{B7DDE308-0E79-42CD-B327-C62520DA107F}" type="sibTrans" cxnId="{7A72D803-4431-4673-B094-14E642ED3D1B}">
      <dgm:prSet/>
      <dgm:spPr/>
      <dgm:t>
        <a:bodyPr/>
        <a:lstStyle/>
        <a:p>
          <a:endParaRPr lang="en-US"/>
        </a:p>
      </dgm:t>
    </dgm:pt>
    <dgm:pt modelId="{B7AF4C21-A39A-4861-99AF-9E40376A4AE6}">
      <dgm:prSet/>
      <dgm:spPr/>
      <dgm:t>
        <a:bodyPr/>
        <a:lstStyle/>
        <a:p>
          <a:r>
            <a:rPr lang="en-US"/>
            <a:t>Models: Logistic Regression, Decision Tree, Random Forest, GBT.</a:t>
          </a:r>
        </a:p>
      </dgm:t>
    </dgm:pt>
    <dgm:pt modelId="{F2446D95-1B08-460F-8B55-3287C363423F}" type="parTrans" cxnId="{2BA73F65-F446-4828-A4DC-B4D7B3F21903}">
      <dgm:prSet/>
      <dgm:spPr/>
      <dgm:t>
        <a:bodyPr/>
        <a:lstStyle/>
        <a:p>
          <a:endParaRPr lang="en-US"/>
        </a:p>
      </dgm:t>
    </dgm:pt>
    <dgm:pt modelId="{3BAC3F70-FF04-49A8-9FF8-4333B3978A75}" type="sibTrans" cxnId="{2BA73F65-F446-4828-A4DC-B4D7B3F21903}">
      <dgm:prSet/>
      <dgm:spPr/>
      <dgm:t>
        <a:bodyPr/>
        <a:lstStyle/>
        <a:p>
          <a:endParaRPr lang="en-US"/>
        </a:p>
      </dgm:t>
    </dgm:pt>
    <dgm:pt modelId="{F3FBC9D5-6230-45FF-B068-2936D7C6A792}">
      <dgm:prSet/>
      <dgm:spPr/>
      <dgm:t>
        <a:bodyPr/>
        <a:lstStyle/>
        <a:p>
          <a:r>
            <a:rPr lang="en-US"/>
            <a:t>70/30 Train-Test Split; fixed seed.</a:t>
          </a:r>
        </a:p>
      </dgm:t>
    </dgm:pt>
    <dgm:pt modelId="{9A2E0DDC-0339-4D71-8156-3BBBB5FFE5ED}" type="parTrans" cxnId="{F5A47E5A-8E05-4F7C-944B-9B57852ECEAA}">
      <dgm:prSet/>
      <dgm:spPr/>
      <dgm:t>
        <a:bodyPr/>
        <a:lstStyle/>
        <a:p>
          <a:endParaRPr lang="en-US"/>
        </a:p>
      </dgm:t>
    </dgm:pt>
    <dgm:pt modelId="{6F59B31C-D631-43F2-A2EB-C6F732E372E7}" type="sibTrans" cxnId="{F5A47E5A-8E05-4F7C-944B-9B57852ECEAA}">
      <dgm:prSet/>
      <dgm:spPr/>
      <dgm:t>
        <a:bodyPr/>
        <a:lstStyle/>
        <a:p>
          <a:endParaRPr lang="en-US"/>
        </a:p>
      </dgm:t>
    </dgm:pt>
    <dgm:pt modelId="{0D43314E-7024-4235-9026-AD05726E7FBD}" type="pres">
      <dgm:prSet presAssocID="{66A33F24-76EA-4175-96F1-223748744D93}" presName="root" presStyleCnt="0">
        <dgm:presLayoutVars>
          <dgm:dir/>
          <dgm:resizeHandles val="exact"/>
        </dgm:presLayoutVars>
      </dgm:prSet>
      <dgm:spPr/>
    </dgm:pt>
    <dgm:pt modelId="{F5EC3C91-12EF-4A5F-93F3-A85D10A86997}" type="pres">
      <dgm:prSet presAssocID="{5422009A-A46D-4FDE-86A5-FF5D1E1C7943}" presName="compNode" presStyleCnt="0"/>
      <dgm:spPr/>
    </dgm:pt>
    <dgm:pt modelId="{C262CF9E-DA49-46D3-9A42-F9D7B7CCC674}" type="pres">
      <dgm:prSet presAssocID="{5422009A-A46D-4FDE-86A5-FF5D1E1C7943}" presName="bgRect" presStyleLbl="bgShp" presStyleIdx="0" presStyleCnt="4"/>
      <dgm:spPr/>
    </dgm:pt>
    <dgm:pt modelId="{310BF5FB-FCF0-4164-B84A-29C51784DFC4}" type="pres">
      <dgm:prSet presAssocID="{5422009A-A46D-4FDE-86A5-FF5D1E1C794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ma"/>
        </a:ext>
      </dgm:extLst>
    </dgm:pt>
    <dgm:pt modelId="{4BF15455-29CE-4DC2-8504-885593D2539F}" type="pres">
      <dgm:prSet presAssocID="{5422009A-A46D-4FDE-86A5-FF5D1E1C7943}" presName="spaceRect" presStyleCnt="0"/>
      <dgm:spPr/>
    </dgm:pt>
    <dgm:pt modelId="{E17D682E-199A-438A-87B6-86267060D7F7}" type="pres">
      <dgm:prSet presAssocID="{5422009A-A46D-4FDE-86A5-FF5D1E1C7943}" presName="parTx" presStyleLbl="revTx" presStyleIdx="0" presStyleCnt="4">
        <dgm:presLayoutVars>
          <dgm:chMax val="0"/>
          <dgm:chPref val="0"/>
        </dgm:presLayoutVars>
      </dgm:prSet>
      <dgm:spPr/>
    </dgm:pt>
    <dgm:pt modelId="{87E5512A-8B40-4474-8A58-0A00F20E85BB}" type="pres">
      <dgm:prSet presAssocID="{AAC1D55E-8462-4FC7-AFEE-EDFCBF7C8D16}" presName="sibTrans" presStyleCnt="0"/>
      <dgm:spPr/>
    </dgm:pt>
    <dgm:pt modelId="{95F01806-905B-46E6-93F5-B302BC645DA3}" type="pres">
      <dgm:prSet presAssocID="{3F118812-A8AA-4302-9724-DB2D8ED5F806}" presName="compNode" presStyleCnt="0"/>
      <dgm:spPr/>
    </dgm:pt>
    <dgm:pt modelId="{001A01CF-9C24-472E-AE95-077C93F90BAD}" type="pres">
      <dgm:prSet presAssocID="{3F118812-A8AA-4302-9724-DB2D8ED5F806}" presName="bgRect" presStyleLbl="bgShp" presStyleIdx="1" presStyleCnt="4"/>
      <dgm:spPr/>
    </dgm:pt>
    <dgm:pt modelId="{61BFDE5D-FF95-40BF-91EC-15A8B20927F0}" type="pres">
      <dgm:prSet presAssocID="{3F118812-A8AA-4302-9724-DB2D8ED5F80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951C996D-0DC6-49F3-A1E5-0CEA127D1D41}" type="pres">
      <dgm:prSet presAssocID="{3F118812-A8AA-4302-9724-DB2D8ED5F806}" presName="spaceRect" presStyleCnt="0"/>
      <dgm:spPr/>
    </dgm:pt>
    <dgm:pt modelId="{B3BA6505-394C-4887-B900-F92031B28EA1}" type="pres">
      <dgm:prSet presAssocID="{3F118812-A8AA-4302-9724-DB2D8ED5F806}" presName="parTx" presStyleLbl="revTx" presStyleIdx="1" presStyleCnt="4">
        <dgm:presLayoutVars>
          <dgm:chMax val="0"/>
          <dgm:chPref val="0"/>
        </dgm:presLayoutVars>
      </dgm:prSet>
      <dgm:spPr/>
    </dgm:pt>
    <dgm:pt modelId="{EB4BB5FD-9714-4C76-B760-F8EB1B47F9B8}" type="pres">
      <dgm:prSet presAssocID="{B7DDE308-0E79-42CD-B327-C62520DA107F}" presName="sibTrans" presStyleCnt="0"/>
      <dgm:spPr/>
    </dgm:pt>
    <dgm:pt modelId="{3277392C-8FC1-4FBD-93B1-1E3F2D12C16B}" type="pres">
      <dgm:prSet presAssocID="{B7AF4C21-A39A-4861-99AF-9E40376A4AE6}" presName="compNode" presStyleCnt="0"/>
      <dgm:spPr/>
    </dgm:pt>
    <dgm:pt modelId="{DD401077-D2CA-4C05-8999-5778FF30450F}" type="pres">
      <dgm:prSet presAssocID="{B7AF4C21-A39A-4861-99AF-9E40376A4AE6}" presName="bgRect" presStyleLbl="bgShp" presStyleIdx="2" presStyleCnt="4"/>
      <dgm:spPr/>
    </dgm:pt>
    <dgm:pt modelId="{5CB35EF5-E8C1-40F2-BC05-913B9097E90F}" type="pres">
      <dgm:prSet presAssocID="{B7AF4C21-A39A-4861-99AF-9E40376A4AE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5530CAE9-80E0-4920-A121-F2C7B5AC2A96}" type="pres">
      <dgm:prSet presAssocID="{B7AF4C21-A39A-4861-99AF-9E40376A4AE6}" presName="spaceRect" presStyleCnt="0"/>
      <dgm:spPr/>
    </dgm:pt>
    <dgm:pt modelId="{73B94157-6B75-4F17-AE6D-DE4DAB8B9014}" type="pres">
      <dgm:prSet presAssocID="{B7AF4C21-A39A-4861-99AF-9E40376A4AE6}" presName="parTx" presStyleLbl="revTx" presStyleIdx="2" presStyleCnt="4">
        <dgm:presLayoutVars>
          <dgm:chMax val="0"/>
          <dgm:chPref val="0"/>
        </dgm:presLayoutVars>
      </dgm:prSet>
      <dgm:spPr/>
    </dgm:pt>
    <dgm:pt modelId="{6830EDD6-B9B7-4CC0-A9EE-65814FC89634}" type="pres">
      <dgm:prSet presAssocID="{3BAC3F70-FF04-49A8-9FF8-4333B3978A75}" presName="sibTrans" presStyleCnt="0"/>
      <dgm:spPr/>
    </dgm:pt>
    <dgm:pt modelId="{9F0FC262-6A39-4B0D-A0B3-FCA0C5A02BDA}" type="pres">
      <dgm:prSet presAssocID="{F3FBC9D5-6230-45FF-B068-2936D7C6A792}" presName="compNode" presStyleCnt="0"/>
      <dgm:spPr/>
    </dgm:pt>
    <dgm:pt modelId="{ED3FB8C8-D8D8-428C-9334-88F7455CF9A1}" type="pres">
      <dgm:prSet presAssocID="{F3FBC9D5-6230-45FF-B068-2936D7C6A792}" presName="bgRect" presStyleLbl="bgShp" presStyleIdx="3" presStyleCnt="4"/>
      <dgm:spPr/>
    </dgm:pt>
    <dgm:pt modelId="{70C03037-3EA6-47D8-80AA-4B797CA8C9D3}" type="pres">
      <dgm:prSet presAssocID="{F3FBC9D5-6230-45FF-B068-2936D7C6A79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B159BF14-E5CD-48FD-AD31-9C010EDED4D9}" type="pres">
      <dgm:prSet presAssocID="{F3FBC9D5-6230-45FF-B068-2936D7C6A792}" presName="spaceRect" presStyleCnt="0"/>
      <dgm:spPr/>
    </dgm:pt>
    <dgm:pt modelId="{7ECA7D40-E1B0-4545-92AF-9E5B56BA0503}" type="pres">
      <dgm:prSet presAssocID="{F3FBC9D5-6230-45FF-B068-2936D7C6A79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A72D803-4431-4673-B094-14E642ED3D1B}" srcId="{66A33F24-76EA-4175-96F1-223748744D93}" destId="{3F118812-A8AA-4302-9724-DB2D8ED5F806}" srcOrd="1" destOrd="0" parTransId="{86232E65-CB09-476D-81AF-D5DC08E8397D}" sibTransId="{B7DDE308-0E79-42CD-B327-C62520DA107F}"/>
    <dgm:cxn modelId="{6050B505-2055-4F0B-B2E6-117BB898F666}" type="presOf" srcId="{5422009A-A46D-4FDE-86A5-FF5D1E1C7943}" destId="{E17D682E-199A-438A-87B6-86267060D7F7}" srcOrd="0" destOrd="0" presId="urn:microsoft.com/office/officeart/2018/2/layout/IconVerticalSolidList"/>
    <dgm:cxn modelId="{D0C0274A-B470-4896-B55A-E89F82866625}" type="presOf" srcId="{66A33F24-76EA-4175-96F1-223748744D93}" destId="{0D43314E-7024-4235-9026-AD05726E7FBD}" srcOrd="0" destOrd="0" presId="urn:microsoft.com/office/officeart/2018/2/layout/IconVerticalSolidList"/>
    <dgm:cxn modelId="{1AFF6950-E6A2-4336-829C-8470150C723F}" srcId="{66A33F24-76EA-4175-96F1-223748744D93}" destId="{5422009A-A46D-4FDE-86A5-FF5D1E1C7943}" srcOrd="0" destOrd="0" parTransId="{86D6DFD8-9DC2-4E59-B333-F021BF116DCA}" sibTransId="{AAC1D55E-8462-4FC7-AFEE-EDFCBF7C8D16}"/>
    <dgm:cxn modelId="{F5A47E5A-8E05-4F7C-944B-9B57852ECEAA}" srcId="{66A33F24-76EA-4175-96F1-223748744D93}" destId="{F3FBC9D5-6230-45FF-B068-2936D7C6A792}" srcOrd="3" destOrd="0" parTransId="{9A2E0DDC-0339-4D71-8156-3BBBB5FFE5ED}" sibTransId="{6F59B31C-D631-43F2-A2EB-C6F732E372E7}"/>
    <dgm:cxn modelId="{2BA73F65-F446-4828-A4DC-B4D7B3F21903}" srcId="{66A33F24-76EA-4175-96F1-223748744D93}" destId="{B7AF4C21-A39A-4861-99AF-9E40376A4AE6}" srcOrd="2" destOrd="0" parTransId="{F2446D95-1B08-460F-8B55-3287C363423F}" sibTransId="{3BAC3F70-FF04-49A8-9FF8-4333B3978A75}"/>
    <dgm:cxn modelId="{50E66667-BAFE-4ECD-ADC7-095DE2277661}" type="presOf" srcId="{B7AF4C21-A39A-4861-99AF-9E40376A4AE6}" destId="{73B94157-6B75-4F17-AE6D-DE4DAB8B9014}" srcOrd="0" destOrd="0" presId="urn:microsoft.com/office/officeart/2018/2/layout/IconVerticalSolidList"/>
    <dgm:cxn modelId="{3353D49A-DD93-42E1-B50C-661623EE7232}" type="presOf" srcId="{3F118812-A8AA-4302-9724-DB2D8ED5F806}" destId="{B3BA6505-394C-4887-B900-F92031B28EA1}" srcOrd="0" destOrd="0" presId="urn:microsoft.com/office/officeart/2018/2/layout/IconVerticalSolidList"/>
    <dgm:cxn modelId="{F8D79CB9-1399-4B83-91DD-8429C70B4E7F}" type="presOf" srcId="{F3FBC9D5-6230-45FF-B068-2936D7C6A792}" destId="{7ECA7D40-E1B0-4545-92AF-9E5B56BA0503}" srcOrd="0" destOrd="0" presId="urn:microsoft.com/office/officeart/2018/2/layout/IconVerticalSolidList"/>
    <dgm:cxn modelId="{31010639-445D-40C6-8325-FE5B12C2D1A2}" type="presParOf" srcId="{0D43314E-7024-4235-9026-AD05726E7FBD}" destId="{F5EC3C91-12EF-4A5F-93F3-A85D10A86997}" srcOrd="0" destOrd="0" presId="urn:microsoft.com/office/officeart/2018/2/layout/IconVerticalSolidList"/>
    <dgm:cxn modelId="{06DAC515-5035-408D-9FB4-F035A32F1A8C}" type="presParOf" srcId="{F5EC3C91-12EF-4A5F-93F3-A85D10A86997}" destId="{C262CF9E-DA49-46D3-9A42-F9D7B7CCC674}" srcOrd="0" destOrd="0" presId="urn:microsoft.com/office/officeart/2018/2/layout/IconVerticalSolidList"/>
    <dgm:cxn modelId="{4EED3121-F031-416A-B953-8063730FB3F2}" type="presParOf" srcId="{F5EC3C91-12EF-4A5F-93F3-A85D10A86997}" destId="{310BF5FB-FCF0-4164-B84A-29C51784DFC4}" srcOrd="1" destOrd="0" presId="urn:microsoft.com/office/officeart/2018/2/layout/IconVerticalSolidList"/>
    <dgm:cxn modelId="{4E0CD81B-0FC6-4948-8266-7AB2A885CE15}" type="presParOf" srcId="{F5EC3C91-12EF-4A5F-93F3-A85D10A86997}" destId="{4BF15455-29CE-4DC2-8504-885593D2539F}" srcOrd="2" destOrd="0" presId="urn:microsoft.com/office/officeart/2018/2/layout/IconVerticalSolidList"/>
    <dgm:cxn modelId="{57A35074-EE59-4ED8-BE76-1F220EA2AA75}" type="presParOf" srcId="{F5EC3C91-12EF-4A5F-93F3-A85D10A86997}" destId="{E17D682E-199A-438A-87B6-86267060D7F7}" srcOrd="3" destOrd="0" presId="urn:microsoft.com/office/officeart/2018/2/layout/IconVerticalSolidList"/>
    <dgm:cxn modelId="{E487026F-6AED-4D22-A132-576FCCCFF597}" type="presParOf" srcId="{0D43314E-7024-4235-9026-AD05726E7FBD}" destId="{87E5512A-8B40-4474-8A58-0A00F20E85BB}" srcOrd="1" destOrd="0" presId="urn:microsoft.com/office/officeart/2018/2/layout/IconVerticalSolidList"/>
    <dgm:cxn modelId="{D895A9D1-7ED2-4A6F-8099-D3FFE2D63701}" type="presParOf" srcId="{0D43314E-7024-4235-9026-AD05726E7FBD}" destId="{95F01806-905B-46E6-93F5-B302BC645DA3}" srcOrd="2" destOrd="0" presId="urn:microsoft.com/office/officeart/2018/2/layout/IconVerticalSolidList"/>
    <dgm:cxn modelId="{D7F5C650-557F-4871-B863-31307E9C0C91}" type="presParOf" srcId="{95F01806-905B-46E6-93F5-B302BC645DA3}" destId="{001A01CF-9C24-472E-AE95-077C93F90BAD}" srcOrd="0" destOrd="0" presId="urn:microsoft.com/office/officeart/2018/2/layout/IconVerticalSolidList"/>
    <dgm:cxn modelId="{2D519CF6-957C-4B46-8081-F1E3C7C28C41}" type="presParOf" srcId="{95F01806-905B-46E6-93F5-B302BC645DA3}" destId="{61BFDE5D-FF95-40BF-91EC-15A8B20927F0}" srcOrd="1" destOrd="0" presId="urn:microsoft.com/office/officeart/2018/2/layout/IconVerticalSolidList"/>
    <dgm:cxn modelId="{A71B1D51-A9EC-4350-A135-FD3E97A8BD74}" type="presParOf" srcId="{95F01806-905B-46E6-93F5-B302BC645DA3}" destId="{951C996D-0DC6-49F3-A1E5-0CEA127D1D41}" srcOrd="2" destOrd="0" presId="urn:microsoft.com/office/officeart/2018/2/layout/IconVerticalSolidList"/>
    <dgm:cxn modelId="{F362B47B-747D-42BD-90C0-B90C346B99D1}" type="presParOf" srcId="{95F01806-905B-46E6-93F5-B302BC645DA3}" destId="{B3BA6505-394C-4887-B900-F92031B28EA1}" srcOrd="3" destOrd="0" presId="urn:microsoft.com/office/officeart/2018/2/layout/IconVerticalSolidList"/>
    <dgm:cxn modelId="{C6A2E68B-4B97-46A8-B043-75CAE95F9DD5}" type="presParOf" srcId="{0D43314E-7024-4235-9026-AD05726E7FBD}" destId="{EB4BB5FD-9714-4C76-B760-F8EB1B47F9B8}" srcOrd="3" destOrd="0" presId="urn:microsoft.com/office/officeart/2018/2/layout/IconVerticalSolidList"/>
    <dgm:cxn modelId="{AAFF1F7F-DB19-4B89-8AAA-3E6039BA0B90}" type="presParOf" srcId="{0D43314E-7024-4235-9026-AD05726E7FBD}" destId="{3277392C-8FC1-4FBD-93B1-1E3F2D12C16B}" srcOrd="4" destOrd="0" presId="urn:microsoft.com/office/officeart/2018/2/layout/IconVerticalSolidList"/>
    <dgm:cxn modelId="{272DFE91-628E-4C2C-8C98-91530498EB2B}" type="presParOf" srcId="{3277392C-8FC1-4FBD-93B1-1E3F2D12C16B}" destId="{DD401077-D2CA-4C05-8999-5778FF30450F}" srcOrd="0" destOrd="0" presId="urn:microsoft.com/office/officeart/2018/2/layout/IconVerticalSolidList"/>
    <dgm:cxn modelId="{AE2BECF3-F2B9-432A-A9E9-442814AC6009}" type="presParOf" srcId="{3277392C-8FC1-4FBD-93B1-1E3F2D12C16B}" destId="{5CB35EF5-E8C1-40F2-BC05-913B9097E90F}" srcOrd="1" destOrd="0" presId="urn:microsoft.com/office/officeart/2018/2/layout/IconVerticalSolidList"/>
    <dgm:cxn modelId="{207A4C72-E7F0-4CF2-8AAA-A55FC3A73239}" type="presParOf" srcId="{3277392C-8FC1-4FBD-93B1-1E3F2D12C16B}" destId="{5530CAE9-80E0-4920-A121-F2C7B5AC2A96}" srcOrd="2" destOrd="0" presId="urn:microsoft.com/office/officeart/2018/2/layout/IconVerticalSolidList"/>
    <dgm:cxn modelId="{FBB2C8E8-7E94-4038-AC4F-B84C5F29DB89}" type="presParOf" srcId="{3277392C-8FC1-4FBD-93B1-1E3F2D12C16B}" destId="{73B94157-6B75-4F17-AE6D-DE4DAB8B9014}" srcOrd="3" destOrd="0" presId="urn:microsoft.com/office/officeart/2018/2/layout/IconVerticalSolidList"/>
    <dgm:cxn modelId="{DBDD89F3-EA63-41FC-8EDA-3F6D167DBB76}" type="presParOf" srcId="{0D43314E-7024-4235-9026-AD05726E7FBD}" destId="{6830EDD6-B9B7-4CC0-A9EE-65814FC89634}" srcOrd="5" destOrd="0" presId="urn:microsoft.com/office/officeart/2018/2/layout/IconVerticalSolidList"/>
    <dgm:cxn modelId="{54B0CD29-79C2-4FDD-8D01-6192F3361DEC}" type="presParOf" srcId="{0D43314E-7024-4235-9026-AD05726E7FBD}" destId="{9F0FC262-6A39-4B0D-A0B3-FCA0C5A02BDA}" srcOrd="6" destOrd="0" presId="urn:microsoft.com/office/officeart/2018/2/layout/IconVerticalSolidList"/>
    <dgm:cxn modelId="{1DAB9B57-DF11-45AE-9477-81D2579E56F4}" type="presParOf" srcId="{9F0FC262-6A39-4B0D-A0B3-FCA0C5A02BDA}" destId="{ED3FB8C8-D8D8-428C-9334-88F7455CF9A1}" srcOrd="0" destOrd="0" presId="urn:microsoft.com/office/officeart/2018/2/layout/IconVerticalSolidList"/>
    <dgm:cxn modelId="{00D8C655-2B0E-4FC2-B8D4-E4FCEE2C1AD0}" type="presParOf" srcId="{9F0FC262-6A39-4B0D-A0B3-FCA0C5A02BDA}" destId="{70C03037-3EA6-47D8-80AA-4B797CA8C9D3}" srcOrd="1" destOrd="0" presId="urn:microsoft.com/office/officeart/2018/2/layout/IconVerticalSolidList"/>
    <dgm:cxn modelId="{F1B5D568-D96A-4AD0-AF9E-363D909DD6B1}" type="presParOf" srcId="{9F0FC262-6A39-4B0D-A0B3-FCA0C5A02BDA}" destId="{B159BF14-E5CD-48FD-AD31-9C010EDED4D9}" srcOrd="2" destOrd="0" presId="urn:microsoft.com/office/officeart/2018/2/layout/IconVerticalSolidList"/>
    <dgm:cxn modelId="{BBBB3186-1651-41AD-B61F-E2C9D00C4ED4}" type="presParOf" srcId="{9F0FC262-6A39-4B0D-A0B3-FCA0C5A02BDA}" destId="{7ECA7D40-E1B0-4545-92AF-9E5B56BA050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A1C7D2-029E-4371-8953-F37249F0D025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285D05-8332-4327-AE5A-4BCCD82A1F24}">
      <dgm:prSet/>
      <dgm:spPr/>
      <dgm:t>
        <a:bodyPr/>
        <a:lstStyle/>
        <a:p>
          <a:r>
            <a:rPr lang="en-US"/>
            <a:t>Despite extensive literature, research remains incomplete.</a:t>
          </a:r>
        </a:p>
      </dgm:t>
    </dgm:pt>
    <dgm:pt modelId="{7C3CB0C7-C9B6-4B7A-B114-3DE9E49D2A4F}" type="parTrans" cxnId="{00205266-955F-4AF0-86B1-3B3DC9A9FFC4}">
      <dgm:prSet/>
      <dgm:spPr/>
      <dgm:t>
        <a:bodyPr/>
        <a:lstStyle/>
        <a:p>
          <a:endParaRPr lang="en-US"/>
        </a:p>
      </dgm:t>
    </dgm:pt>
    <dgm:pt modelId="{59EB64B3-8BB5-49C8-8273-3C1C7BC50D73}" type="sibTrans" cxnId="{00205266-955F-4AF0-86B1-3B3DC9A9FFC4}">
      <dgm:prSet/>
      <dgm:spPr/>
      <dgm:t>
        <a:bodyPr/>
        <a:lstStyle/>
        <a:p>
          <a:endParaRPr lang="en-US"/>
        </a:p>
      </dgm:t>
    </dgm:pt>
    <dgm:pt modelId="{6A45B067-4C58-488C-9C8D-C5482515CB93}">
      <dgm:prSet/>
      <dgm:spPr/>
      <dgm:t>
        <a:bodyPr/>
        <a:lstStyle/>
        <a:p>
          <a:r>
            <a:rPr lang="en-US"/>
            <a:t>Women live longer than men, reducing raw mortality signals.</a:t>
          </a:r>
        </a:p>
      </dgm:t>
    </dgm:pt>
    <dgm:pt modelId="{D90DF18C-C357-4913-8610-27BEA147D7A3}" type="parTrans" cxnId="{CB08F564-7C0C-4551-BF7A-5F045E8F3CCF}">
      <dgm:prSet/>
      <dgm:spPr/>
      <dgm:t>
        <a:bodyPr/>
        <a:lstStyle/>
        <a:p>
          <a:endParaRPr lang="en-US"/>
        </a:p>
      </dgm:t>
    </dgm:pt>
    <dgm:pt modelId="{C6E1F09A-DC92-46D9-84D0-DFA9FF722B9E}" type="sibTrans" cxnId="{CB08F564-7C0C-4551-BF7A-5F045E8F3CCF}">
      <dgm:prSet/>
      <dgm:spPr/>
      <dgm:t>
        <a:bodyPr/>
        <a:lstStyle/>
        <a:p>
          <a:endParaRPr lang="en-US"/>
        </a:p>
      </dgm:t>
    </dgm:pt>
    <dgm:pt modelId="{37CB1D75-BA9F-40C8-98FB-396967175F38}">
      <dgm:prSet/>
      <dgm:spPr/>
      <dgm:t>
        <a:bodyPr/>
        <a:lstStyle/>
        <a:p>
          <a:r>
            <a:rPr lang="en-US"/>
            <a:t>Longevity masks systemic underdiagnosis or treatment gaps.</a:t>
          </a:r>
        </a:p>
      </dgm:t>
    </dgm:pt>
    <dgm:pt modelId="{ABF7B7F9-1321-4EFC-AC1F-31111AFEBBA5}" type="parTrans" cxnId="{E181E2A0-8B4B-427E-B7C8-5CB3A34AB8E3}">
      <dgm:prSet/>
      <dgm:spPr/>
      <dgm:t>
        <a:bodyPr/>
        <a:lstStyle/>
        <a:p>
          <a:endParaRPr lang="en-US"/>
        </a:p>
      </dgm:t>
    </dgm:pt>
    <dgm:pt modelId="{4D31A3A5-7A0D-4A0A-AC62-4FAC0BFD7BE1}" type="sibTrans" cxnId="{E181E2A0-8B4B-427E-B7C8-5CB3A34AB8E3}">
      <dgm:prSet/>
      <dgm:spPr/>
      <dgm:t>
        <a:bodyPr/>
        <a:lstStyle/>
        <a:p>
          <a:endParaRPr lang="en-US"/>
        </a:p>
      </dgm:t>
    </dgm:pt>
    <dgm:pt modelId="{5BD0C714-37C1-4109-A3D4-3C780C44CAF0}">
      <dgm:prSet/>
      <dgm:spPr/>
      <dgm:t>
        <a:bodyPr/>
        <a:lstStyle/>
        <a:p>
          <a:r>
            <a:rPr lang="en-US"/>
            <a:t>Outcome parity does not guarantee care parity.</a:t>
          </a:r>
        </a:p>
      </dgm:t>
    </dgm:pt>
    <dgm:pt modelId="{16E36A6A-0408-4E39-A16C-C12DA05BD203}" type="parTrans" cxnId="{CE31CB6B-7F0B-4ED2-80D3-85A6524B88E8}">
      <dgm:prSet/>
      <dgm:spPr/>
      <dgm:t>
        <a:bodyPr/>
        <a:lstStyle/>
        <a:p>
          <a:endParaRPr lang="en-US"/>
        </a:p>
      </dgm:t>
    </dgm:pt>
    <dgm:pt modelId="{5321C566-1248-43F7-BB85-B4C15ECB1CF8}" type="sibTrans" cxnId="{CE31CB6B-7F0B-4ED2-80D3-85A6524B88E8}">
      <dgm:prSet/>
      <dgm:spPr/>
      <dgm:t>
        <a:bodyPr/>
        <a:lstStyle/>
        <a:p>
          <a:endParaRPr lang="en-US"/>
        </a:p>
      </dgm:t>
    </dgm:pt>
    <dgm:pt modelId="{4263941E-E1F7-48C4-8DF6-4457883A7AA2}" type="pres">
      <dgm:prSet presAssocID="{2FA1C7D2-029E-4371-8953-F37249F0D025}" presName="matrix" presStyleCnt="0">
        <dgm:presLayoutVars>
          <dgm:chMax val="1"/>
          <dgm:dir/>
          <dgm:resizeHandles val="exact"/>
        </dgm:presLayoutVars>
      </dgm:prSet>
      <dgm:spPr/>
    </dgm:pt>
    <dgm:pt modelId="{DEC0802B-D949-4A7F-B756-923A08B18322}" type="pres">
      <dgm:prSet presAssocID="{2FA1C7D2-029E-4371-8953-F37249F0D025}" presName="diamond" presStyleLbl="bgShp" presStyleIdx="0" presStyleCnt="1"/>
      <dgm:spPr/>
    </dgm:pt>
    <dgm:pt modelId="{CB728E5D-612B-481B-BF06-38A2806F0BCF}" type="pres">
      <dgm:prSet presAssocID="{2FA1C7D2-029E-4371-8953-F37249F0D025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E519625-34BA-4A72-A414-6175F63DEEA1}" type="pres">
      <dgm:prSet presAssocID="{2FA1C7D2-029E-4371-8953-F37249F0D025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1555D61-D00A-474E-827A-E284671717F6}" type="pres">
      <dgm:prSet presAssocID="{2FA1C7D2-029E-4371-8953-F37249F0D025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85973E0-900E-4A35-96BE-5022DB139E45}" type="pres">
      <dgm:prSet presAssocID="{2FA1C7D2-029E-4371-8953-F37249F0D025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B08F564-7C0C-4551-BF7A-5F045E8F3CCF}" srcId="{2FA1C7D2-029E-4371-8953-F37249F0D025}" destId="{6A45B067-4C58-488C-9C8D-C5482515CB93}" srcOrd="1" destOrd="0" parTransId="{D90DF18C-C357-4913-8610-27BEA147D7A3}" sibTransId="{C6E1F09A-DC92-46D9-84D0-DFA9FF722B9E}"/>
    <dgm:cxn modelId="{00205266-955F-4AF0-86B1-3B3DC9A9FFC4}" srcId="{2FA1C7D2-029E-4371-8953-F37249F0D025}" destId="{15285D05-8332-4327-AE5A-4BCCD82A1F24}" srcOrd="0" destOrd="0" parTransId="{7C3CB0C7-C9B6-4B7A-B114-3DE9E49D2A4F}" sibTransId="{59EB64B3-8BB5-49C8-8273-3C1C7BC50D73}"/>
    <dgm:cxn modelId="{CE31CB6B-7F0B-4ED2-80D3-85A6524B88E8}" srcId="{2FA1C7D2-029E-4371-8953-F37249F0D025}" destId="{5BD0C714-37C1-4109-A3D4-3C780C44CAF0}" srcOrd="3" destOrd="0" parTransId="{16E36A6A-0408-4E39-A16C-C12DA05BD203}" sibTransId="{5321C566-1248-43F7-BB85-B4C15ECB1CF8}"/>
    <dgm:cxn modelId="{E3859784-D230-40BA-8B59-E45AF69AE172}" type="presOf" srcId="{37CB1D75-BA9F-40C8-98FB-396967175F38}" destId="{61555D61-D00A-474E-827A-E284671717F6}" srcOrd="0" destOrd="0" presId="urn:microsoft.com/office/officeart/2005/8/layout/matrix3"/>
    <dgm:cxn modelId="{FB41298C-7FA6-47B1-82D1-FE322D18F8F0}" type="presOf" srcId="{2FA1C7D2-029E-4371-8953-F37249F0D025}" destId="{4263941E-E1F7-48C4-8DF6-4457883A7AA2}" srcOrd="0" destOrd="0" presId="urn:microsoft.com/office/officeart/2005/8/layout/matrix3"/>
    <dgm:cxn modelId="{240DC59F-0101-4066-9583-91FD8866673C}" type="presOf" srcId="{15285D05-8332-4327-AE5A-4BCCD82A1F24}" destId="{CB728E5D-612B-481B-BF06-38A2806F0BCF}" srcOrd="0" destOrd="0" presId="urn:microsoft.com/office/officeart/2005/8/layout/matrix3"/>
    <dgm:cxn modelId="{E181E2A0-8B4B-427E-B7C8-5CB3A34AB8E3}" srcId="{2FA1C7D2-029E-4371-8953-F37249F0D025}" destId="{37CB1D75-BA9F-40C8-98FB-396967175F38}" srcOrd="2" destOrd="0" parTransId="{ABF7B7F9-1321-4EFC-AC1F-31111AFEBBA5}" sibTransId="{4D31A3A5-7A0D-4A0A-AC62-4FAC0BFD7BE1}"/>
    <dgm:cxn modelId="{EACFFEDE-1AA0-4F04-ADD8-D57BF02DE6FC}" type="presOf" srcId="{6A45B067-4C58-488C-9C8D-C5482515CB93}" destId="{2E519625-34BA-4A72-A414-6175F63DEEA1}" srcOrd="0" destOrd="0" presId="urn:microsoft.com/office/officeart/2005/8/layout/matrix3"/>
    <dgm:cxn modelId="{F8E486FD-7628-4D3B-A971-83B4BFAE186B}" type="presOf" srcId="{5BD0C714-37C1-4109-A3D4-3C780C44CAF0}" destId="{B85973E0-900E-4A35-96BE-5022DB139E45}" srcOrd="0" destOrd="0" presId="urn:microsoft.com/office/officeart/2005/8/layout/matrix3"/>
    <dgm:cxn modelId="{FCD1BB45-5F0B-4C79-A31B-87605390FA53}" type="presParOf" srcId="{4263941E-E1F7-48C4-8DF6-4457883A7AA2}" destId="{DEC0802B-D949-4A7F-B756-923A08B18322}" srcOrd="0" destOrd="0" presId="urn:microsoft.com/office/officeart/2005/8/layout/matrix3"/>
    <dgm:cxn modelId="{10D4048B-5266-43ED-A974-CEC6EF50ECD9}" type="presParOf" srcId="{4263941E-E1F7-48C4-8DF6-4457883A7AA2}" destId="{CB728E5D-612B-481B-BF06-38A2806F0BCF}" srcOrd="1" destOrd="0" presId="urn:microsoft.com/office/officeart/2005/8/layout/matrix3"/>
    <dgm:cxn modelId="{33810F25-B4D5-4C9E-818F-09EE44004673}" type="presParOf" srcId="{4263941E-E1F7-48C4-8DF6-4457883A7AA2}" destId="{2E519625-34BA-4A72-A414-6175F63DEEA1}" srcOrd="2" destOrd="0" presId="urn:microsoft.com/office/officeart/2005/8/layout/matrix3"/>
    <dgm:cxn modelId="{AB30BAD7-A3C0-441E-9462-95119973D55C}" type="presParOf" srcId="{4263941E-E1F7-48C4-8DF6-4457883A7AA2}" destId="{61555D61-D00A-474E-827A-E284671717F6}" srcOrd="3" destOrd="0" presId="urn:microsoft.com/office/officeart/2005/8/layout/matrix3"/>
    <dgm:cxn modelId="{4265696D-2A38-4BF0-8AD1-3522E128C650}" type="presParOf" srcId="{4263941E-E1F7-48C4-8DF6-4457883A7AA2}" destId="{B85973E0-900E-4A35-96BE-5022DB139E45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BA31A71-0978-4BEB-95D8-496B8D1A23E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4CE4164-98E5-408F-B507-001F839074A3}">
      <dgm:prSet/>
      <dgm:spPr/>
      <dgm:t>
        <a:bodyPr/>
        <a:lstStyle/>
        <a:p>
          <a:pPr>
            <a:defRPr cap="all"/>
          </a:pPr>
          <a:r>
            <a:rPr lang="en-US"/>
            <a:t>Machine learning shows fairness statistically.</a:t>
          </a:r>
        </a:p>
      </dgm:t>
    </dgm:pt>
    <dgm:pt modelId="{BB1A594E-6CAF-43DC-8A95-FD91087A4432}" type="parTrans" cxnId="{2019507A-2B2F-4DE4-BEED-8D651CECEA58}">
      <dgm:prSet/>
      <dgm:spPr/>
      <dgm:t>
        <a:bodyPr/>
        <a:lstStyle/>
        <a:p>
          <a:endParaRPr lang="en-US"/>
        </a:p>
      </dgm:t>
    </dgm:pt>
    <dgm:pt modelId="{2027E9B6-B1B0-4F80-91A3-3060C586F208}" type="sibTrans" cxnId="{2019507A-2B2F-4DE4-BEED-8D651CECEA58}">
      <dgm:prSet/>
      <dgm:spPr/>
      <dgm:t>
        <a:bodyPr/>
        <a:lstStyle/>
        <a:p>
          <a:endParaRPr lang="en-US"/>
        </a:p>
      </dgm:t>
    </dgm:pt>
    <dgm:pt modelId="{92F1B2FA-4A61-4D1F-819E-17DBCCA9FD39}">
      <dgm:prSet/>
      <dgm:spPr/>
      <dgm:t>
        <a:bodyPr/>
        <a:lstStyle/>
        <a:p>
          <a:pPr>
            <a:defRPr cap="all"/>
          </a:pPr>
          <a:r>
            <a:rPr lang="en-US"/>
            <a:t>However, systemic disparity may exist in access and diagnosis.</a:t>
          </a:r>
        </a:p>
      </dgm:t>
    </dgm:pt>
    <dgm:pt modelId="{6F0B47FB-11CA-47AB-AE7F-A0BA022EA54C}" type="parTrans" cxnId="{53161DF4-58D7-4AC2-BA38-A94A1C1512B4}">
      <dgm:prSet/>
      <dgm:spPr/>
      <dgm:t>
        <a:bodyPr/>
        <a:lstStyle/>
        <a:p>
          <a:endParaRPr lang="en-US"/>
        </a:p>
      </dgm:t>
    </dgm:pt>
    <dgm:pt modelId="{DF9992A0-16B8-40ED-9B0D-B42F29B4AB26}" type="sibTrans" cxnId="{53161DF4-58D7-4AC2-BA38-A94A1C1512B4}">
      <dgm:prSet/>
      <dgm:spPr/>
      <dgm:t>
        <a:bodyPr/>
        <a:lstStyle/>
        <a:p>
          <a:endParaRPr lang="en-US"/>
        </a:p>
      </dgm:t>
    </dgm:pt>
    <dgm:pt modelId="{DB35A067-2733-4E61-929F-DF91B3287AC8}">
      <dgm:prSet/>
      <dgm:spPr/>
      <dgm:t>
        <a:bodyPr/>
        <a:lstStyle/>
        <a:p>
          <a:pPr>
            <a:defRPr cap="all"/>
          </a:pPr>
          <a:r>
            <a:rPr lang="en-US"/>
            <a:t>Longevity may hide real clinical inequities.</a:t>
          </a:r>
        </a:p>
      </dgm:t>
    </dgm:pt>
    <dgm:pt modelId="{6002E0D7-1643-46C0-B994-F17CF6A205CA}" type="parTrans" cxnId="{89F5951B-1C0F-4FDA-AFDA-61DDA116EB48}">
      <dgm:prSet/>
      <dgm:spPr/>
      <dgm:t>
        <a:bodyPr/>
        <a:lstStyle/>
        <a:p>
          <a:endParaRPr lang="en-US"/>
        </a:p>
      </dgm:t>
    </dgm:pt>
    <dgm:pt modelId="{9A5CD9FA-B33C-4FF6-B6D4-087E4AE4C126}" type="sibTrans" cxnId="{89F5951B-1C0F-4FDA-AFDA-61DDA116EB48}">
      <dgm:prSet/>
      <dgm:spPr/>
      <dgm:t>
        <a:bodyPr/>
        <a:lstStyle/>
        <a:p>
          <a:endParaRPr lang="en-US"/>
        </a:p>
      </dgm:t>
    </dgm:pt>
    <dgm:pt modelId="{6BA19013-A8DB-4B5E-A877-33B2891F6E57}" type="pres">
      <dgm:prSet presAssocID="{1BA31A71-0978-4BEB-95D8-496B8D1A23EE}" presName="root" presStyleCnt="0">
        <dgm:presLayoutVars>
          <dgm:dir/>
          <dgm:resizeHandles val="exact"/>
        </dgm:presLayoutVars>
      </dgm:prSet>
      <dgm:spPr/>
    </dgm:pt>
    <dgm:pt modelId="{6D993962-C8C3-4164-B0FD-7BD9492FF238}" type="pres">
      <dgm:prSet presAssocID="{74CE4164-98E5-408F-B507-001F839074A3}" presName="compNode" presStyleCnt="0"/>
      <dgm:spPr/>
    </dgm:pt>
    <dgm:pt modelId="{6927FDDA-05DD-4D9E-98DB-1EC77F89266D}" type="pres">
      <dgm:prSet presAssocID="{74CE4164-98E5-408F-B507-001F839074A3}" presName="iconBgRect" presStyleLbl="bgShp" presStyleIdx="0" presStyleCnt="3"/>
      <dgm:spPr/>
    </dgm:pt>
    <dgm:pt modelId="{E9D58C07-41FA-4EFA-98CE-7BFE3901A673}" type="pres">
      <dgm:prSet presAssocID="{74CE4164-98E5-408F-B507-001F839074A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5314C58A-6C09-4F81-AB67-D65CE36B1543}" type="pres">
      <dgm:prSet presAssocID="{74CE4164-98E5-408F-B507-001F839074A3}" presName="spaceRect" presStyleCnt="0"/>
      <dgm:spPr/>
    </dgm:pt>
    <dgm:pt modelId="{6AEF0538-73E8-40D7-8CBA-EE17A4554D62}" type="pres">
      <dgm:prSet presAssocID="{74CE4164-98E5-408F-B507-001F839074A3}" presName="textRect" presStyleLbl="revTx" presStyleIdx="0" presStyleCnt="3">
        <dgm:presLayoutVars>
          <dgm:chMax val="1"/>
          <dgm:chPref val="1"/>
        </dgm:presLayoutVars>
      </dgm:prSet>
      <dgm:spPr/>
    </dgm:pt>
    <dgm:pt modelId="{05A1364D-0E8F-4327-B73D-8D85A19D83A9}" type="pres">
      <dgm:prSet presAssocID="{2027E9B6-B1B0-4F80-91A3-3060C586F208}" presName="sibTrans" presStyleCnt="0"/>
      <dgm:spPr/>
    </dgm:pt>
    <dgm:pt modelId="{997092A6-B2DE-4696-B9A0-1EB153B3CB99}" type="pres">
      <dgm:prSet presAssocID="{92F1B2FA-4A61-4D1F-819E-17DBCCA9FD39}" presName="compNode" presStyleCnt="0"/>
      <dgm:spPr/>
    </dgm:pt>
    <dgm:pt modelId="{0C4DDEFD-BE9B-4DF7-9ED3-0555234CA2F2}" type="pres">
      <dgm:prSet presAssocID="{92F1B2FA-4A61-4D1F-819E-17DBCCA9FD39}" presName="iconBgRect" presStyleLbl="bgShp" presStyleIdx="1" presStyleCnt="3"/>
      <dgm:spPr/>
    </dgm:pt>
    <dgm:pt modelId="{444237C7-90A0-455D-AD6C-74241A08D3EF}" type="pres">
      <dgm:prSet presAssocID="{92F1B2FA-4A61-4D1F-819E-17DBCCA9FD3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5298B8B5-9661-4EB2-A208-4E1D65B2D14B}" type="pres">
      <dgm:prSet presAssocID="{92F1B2FA-4A61-4D1F-819E-17DBCCA9FD39}" presName="spaceRect" presStyleCnt="0"/>
      <dgm:spPr/>
    </dgm:pt>
    <dgm:pt modelId="{03A6954E-A633-420C-BA36-DF0547CDEC0B}" type="pres">
      <dgm:prSet presAssocID="{92F1B2FA-4A61-4D1F-819E-17DBCCA9FD39}" presName="textRect" presStyleLbl="revTx" presStyleIdx="1" presStyleCnt="3">
        <dgm:presLayoutVars>
          <dgm:chMax val="1"/>
          <dgm:chPref val="1"/>
        </dgm:presLayoutVars>
      </dgm:prSet>
      <dgm:spPr/>
    </dgm:pt>
    <dgm:pt modelId="{2C5F78CB-3B8D-4734-A79A-42A94A99A1F2}" type="pres">
      <dgm:prSet presAssocID="{DF9992A0-16B8-40ED-9B0D-B42F29B4AB26}" presName="sibTrans" presStyleCnt="0"/>
      <dgm:spPr/>
    </dgm:pt>
    <dgm:pt modelId="{2389A54D-B70F-479D-A222-7C0EE75FFE25}" type="pres">
      <dgm:prSet presAssocID="{DB35A067-2733-4E61-929F-DF91B3287AC8}" presName="compNode" presStyleCnt="0"/>
      <dgm:spPr/>
    </dgm:pt>
    <dgm:pt modelId="{A1AC83B5-5F1F-4C2D-98B0-68EB39337AA8}" type="pres">
      <dgm:prSet presAssocID="{DB35A067-2733-4E61-929F-DF91B3287AC8}" presName="iconBgRect" presStyleLbl="bgShp" presStyleIdx="2" presStyleCnt="3"/>
      <dgm:spPr/>
    </dgm:pt>
    <dgm:pt modelId="{2128823C-E9DF-478B-924D-B562456340F7}" type="pres">
      <dgm:prSet presAssocID="{DB35A067-2733-4E61-929F-DF91B3287AC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99144E8E-14DA-496E-8F59-9AA1AB0263A0}" type="pres">
      <dgm:prSet presAssocID="{DB35A067-2733-4E61-929F-DF91B3287AC8}" presName="spaceRect" presStyleCnt="0"/>
      <dgm:spPr/>
    </dgm:pt>
    <dgm:pt modelId="{461FC0AE-9B10-4E9E-A921-704F5B584753}" type="pres">
      <dgm:prSet presAssocID="{DB35A067-2733-4E61-929F-DF91B3287AC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7B2CB14-B2E9-42E6-B78D-03D2F0507DF0}" type="presOf" srcId="{DB35A067-2733-4E61-929F-DF91B3287AC8}" destId="{461FC0AE-9B10-4E9E-A921-704F5B584753}" srcOrd="0" destOrd="0" presId="urn:microsoft.com/office/officeart/2018/5/layout/IconCircleLabelList"/>
    <dgm:cxn modelId="{46DFD714-D8B9-4AEA-A055-B8482B6B47CF}" type="presOf" srcId="{1BA31A71-0978-4BEB-95D8-496B8D1A23EE}" destId="{6BA19013-A8DB-4B5E-A877-33B2891F6E57}" srcOrd="0" destOrd="0" presId="urn:microsoft.com/office/officeart/2018/5/layout/IconCircleLabelList"/>
    <dgm:cxn modelId="{89F5951B-1C0F-4FDA-AFDA-61DDA116EB48}" srcId="{1BA31A71-0978-4BEB-95D8-496B8D1A23EE}" destId="{DB35A067-2733-4E61-929F-DF91B3287AC8}" srcOrd="2" destOrd="0" parTransId="{6002E0D7-1643-46C0-B994-F17CF6A205CA}" sibTransId="{9A5CD9FA-B33C-4FF6-B6D4-087E4AE4C126}"/>
    <dgm:cxn modelId="{2019507A-2B2F-4DE4-BEED-8D651CECEA58}" srcId="{1BA31A71-0978-4BEB-95D8-496B8D1A23EE}" destId="{74CE4164-98E5-408F-B507-001F839074A3}" srcOrd="0" destOrd="0" parTransId="{BB1A594E-6CAF-43DC-8A95-FD91087A4432}" sibTransId="{2027E9B6-B1B0-4F80-91A3-3060C586F208}"/>
    <dgm:cxn modelId="{D94F08D4-E6F2-4846-BAC4-4AE97BCEF42B}" type="presOf" srcId="{92F1B2FA-4A61-4D1F-819E-17DBCCA9FD39}" destId="{03A6954E-A633-420C-BA36-DF0547CDEC0B}" srcOrd="0" destOrd="0" presId="urn:microsoft.com/office/officeart/2018/5/layout/IconCircleLabelList"/>
    <dgm:cxn modelId="{53161DF4-58D7-4AC2-BA38-A94A1C1512B4}" srcId="{1BA31A71-0978-4BEB-95D8-496B8D1A23EE}" destId="{92F1B2FA-4A61-4D1F-819E-17DBCCA9FD39}" srcOrd="1" destOrd="0" parTransId="{6F0B47FB-11CA-47AB-AE7F-A0BA022EA54C}" sibTransId="{DF9992A0-16B8-40ED-9B0D-B42F29B4AB26}"/>
    <dgm:cxn modelId="{CD3469F8-29BE-474B-8B22-86754C1AF5B7}" type="presOf" srcId="{74CE4164-98E5-408F-B507-001F839074A3}" destId="{6AEF0538-73E8-40D7-8CBA-EE17A4554D62}" srcOrd="0" destOrd="0" presId="urn:microsoft.com/office/officeart/2018/5/layout/IconCircleLabelList"/>
    <dgm:cxn modelId="{691F6B83-B5D5-4668-8CC4-4E45CBCFBBF3}" type="presParOf" srcId="{6BA19013-A8DB-4B5E-A877-33B2891F6E57}" destId="{6D993962-C8C3-4164-B0FD-7BD9492FF238}" srcOrd="0" destOrd="0" presId="urn:microsoft.com/office/officeart/2018/5/layout/IconCircleLabelList"/>
    <dgm:cxn modelId="{EAEDB0E5-E845-4E5E-BA2E-D6A85357D619}" type="presParOf" srcId="{6D993962-C8C3-4164-B0FD-7BD9492FF238}" destId="{6927FDDA-05DD-4D9E-98DB-1EC77F89266D}" srcOrd="0" destOrd="0" presId="urn:microsoft.com/office/officeart/2018/5/layout/IconCircleLabelList"/>
    <dgm:cxn modelId="{59CD7AB2-8ABD-495E-8463-5EA7C59DAB81}" type="presParOf" srcId="{6D993962-C8C3-4164-B0FD-7BD9492FF238}" destId="{E9D58C07-41FA-4EFA-98CE-7BFE3901A673}" srcOrd="1" destOrd="0" presId="urn:microsoft.com/office/officeart/2018/5/layout/IconCircleLabelList"/>
    <dgm:cxn modelId="{0DD65873-A832-4D31-8C34-5DEA23D4C778}" type="presParOf" srcId="{6D993962-C8C3-4164-B0FD-7BD9492FF238}" destId="{5314C58A-6C09-4F81-AB67-D65CE36B1543}" srcOrd="2" destOrd="0" presId="urn:microsoft.com/office/officeart/2018/5/layout/IconCircleLabelList"/>
    <dgm:cxn modelId="{F5A31705-5FAE-49F8-9C48-DBD46A6D5D53}" type="presParOf" srcId="{6D993962-C8C3-4164-B0FD-7BD9492FF238}" destId="{6AEF0538-73E8-40D7-8CBA-EE17A4554D62}" srcOrd="3" destOrd="0" presId="urn:microsoft.com/office/officeart/2018/5/layout/IconCircleLabelList"/>
    <dgm:cxn modelId="{1EB208F5-042D-4B53-B69C-90A4EA26FE16}" type="presParOf" srcId="{6BA19013-A8DB-4B5E-A877-33B2891F6E57}" destId="{05A1364D-0E8F-4327-B73D-8D85A19D83A9}" srcOrd="1" destOrd="0" presId="urn:microsoft.com/office/officeart/2018/5/layout/IconCircleLabelList"/>
    <dgm:cxn modelId="{4C27C88C-0DD6-4AF7-ABAD-F6FEE94388FA}" type="presParOf" srcId="{6BA19013-A8DB-4B5E-A877-33B2891F6E57}" destId="{997092A6-B2DE-4696-B9A0-1EB153B3CB99}" srcOrd="2" destOrd="0" presId="urn:microsoft.com/office/officeart/2018/5/layout/IconCircleLabelList"/>
    <dgm:cxn modelId="{1316DED2-1F61-4493-8AAC-8A875E52E5E6}" type="presParOf" srcId="{997092A6-B2DE-4696-B9A0-1EB153B3CB99}" destId="{0C4DDEFD-BE9B-4DF7-9ED3-0555234CA2F2}" srcOrd="0" destOrd="0" presId="urn:microsoft.com/office/officeart/2018/5/layout/IconCircleLabelList"/>
    <dgm:cxn modelId="{CC27EB36-64A4-4C96-A921-26D1BF740444}" type="presParOf" srcId="{997092A6-B2DE-4696-B9A0-1EB153B3CB99}" destId="{444237C7-90A0-455D-AD6C-74241A08D3EF}" srcOrd="1" destOrd="0" presId="urn:microsoft.com/office/officeart/2018/5/layout/IconCircleLabelList"/>
    <dgm:cxn modelId="{48D146D1-BE0A-46EE-8F3B-482CEFBBFD5A}" type="presParOf" srcId="{997092A6-B2DE-4696-B9A0-1EB153B3CB99}" destId="{5298B8B5-9661-4EB2-A208-4E1D65B2D14B}" srcOrd="2" destOrd="0" presId="urn:microsoft.com/office/officeart/2018/5/layout/IconCircleLabelList"/>
    <dgm:cxn modelId="{B1218A00-43D7-4FB2-AB3C-CF1954792FD3}" type="presParOf" srcId="{997092A6-B2DE-4696-B9A0-1EB153B3CB99}" destId="{03A6954E-A633-420C-BA36-DF0547CDEC0B}" srcOrd="3" destOrd="0" presId="urn:microsoft.com/office/officeart/2018/5/layout/IconCircleLabelList"/>
    <dgm:cxn modelId="{82BD24E5-BDFA-4A22-A789-6BDEBCC80904}" type="presParOf" srcId="{6BA19013-A8DB-4B5E-A877-33B2891F6E57}" destId="{2C5F78CB-3B8D-4734-A79A-42A94A99A1F2}" srcOrd="3" destOrd="0" presId="urn:microsoft.com/office/officeart/2018/5/layout/IconCircleLabelList"/>
    <dgm:cxn modelId="{4221A8A0-2354-4F66-8D08-866134D56C1F}" type="presParOf" srcId="{6BA19013-A8DB-4B5E-A877-33B2891F6E57}" destId="{2389A54D-B70F-479D-A222-7C0EE75FFE25}" srcOrd="4" destOrd="0" presId="urn:microsoft.com/office/officeart/2018/5/layout/IconCircleLabelList"/>
    <dgm:cxn modelId="{E02AD829-4ACF-462A-8EE4-B28DD5C3D046}" type="presParOf" srcId="{2389A54D-B70F-479D-A222-7C0EE75FFE25}" destId="{A1AC83B5-5F1F-4C2D-98B0-68EB39337AA8}" srcOrd="0" destOrd="0" presId="urn:microsoft.com/office/officeart/2018/5/layout/IconCircleLabelList"/>
    <dgm:cxn modelId="{D45236AD-F421-410D-AA24-EBECAD896C09}" type="presParOf" srcId="{2389A54D-B70F-479D-A222-7C0EE75FFE25}" destId="{2128823C-E9DF-478B-924D-B562456340F7}" srcOrd="1" destOrd="0" presId="urn:microsoft.com/office/officeart/2018/5/layout/IconCircleLabelList"/>
    <dgm:cxn modelId="{79BB4249-9B34-4471-9CB7-56D75C627A4D}" type="presParOf" srcId="{2389A54D-B70F-479D-A222-7C0EE75FFE25}" destId="{99144E8E-14DA-496E-8F59-9AA1AB0263A0}" srcOrd="2" destOrd="0" presId="urn:microsoft.com/office/officeart/2018/5/layout/IconCircleLabelList"/>
    <dgm:cxn modelId="{C820D956-78F9-4910-8B5A-E947614330B9}" type="presParOf" srcId="{2389A54D-B70F-479D-A222-7C0EE75FFE25}" destId="{461FC0AE-9B10-4E9E-A921-704F5B58475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4C224B-96E9-4C55-BFAF-C86B3708F5B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1354185-76E3-4470-8AE0-88EB08141A40}">
      <dgm:prSet/>
      <dgm:spPr/>
      <dgm:t>
        <a:bodyPr/>
        <a:lstStyle/>
        <a:p>
          <a:pPr>
            <a:defRPr cap="all"/>
          </a:pPr>
          <a:r>
            <a:rPr lang="en-US"/>
            <a:t>Single hospital dataset.</a:t>
          </a:r>
        </a:p>
      </dgm:t>
    </dgm:pt>
    <dgm:pt modelId="{0409CF31-7CD0-4858-A5D2-94B5212EAE09}" type="parTrans" cxnId="{768B7DE5-CA6A-4B7B-8250-A334A9431FE1}">
      <dgm:prSet/>
      <dgm:spPr/>
      <dgm:t>
        <a:bodyPr/>
        <a:lstStyle/>
        <a:p>
          <a:endParaRPr lang="en-US"/>
        </a:p>
      </dgm:t>
    </dgm:pt>
    <dgm:pt modelId="{5D061BB4-5E42-463F-8B6D-937ED17D7863}" type="sibTrans" cxnId="{768B7DE5-CA6A-4B7B-8250-A334A9431FE1}">
      <dgm:prSet/>
      <dgm:spPr/>
      <dgm:t>
        <a:bodyPr/>
        <a:lstStyle/>
        <a:p>
          <a:endParaRPr lang="en-US"/>
        </a:p>
      </dgm:t>
    </dgm:pt>
    <dgm:pt modelId="{77C20DE9-B7D1-4250-85DA-DEF076C81E47}">
      <dgm:prSet/>
      <dgm:spPr/>
      <dgm:t>
        <a:bodyPr/>
        <a:lstStyle/>
        <a:p>
          <a:pPr>
            <a:defRPr cap="all"/>
          </a:pPr>
          <a:r>
            <a:rPr lang="en-US"/>
            <a:t>Hashing reduces feature interpretability.</a:t>
          </a:r>
        </a:p>
      </dgm:t>
    </dgm:pt>
    <dgm:pt modelId="{FD4C648C-48A9-4505-9A63-16AA303CA43D}" type="parTrans" cxnId="{566E0D0D-497C-40ED-890A-8D6A4F1755FC}">
      <dgm:prSet/>
      <dgm:spPr/>
      <dgm:t>
        <a:bodyPr/>
        <a:lstStyle/>
        <a:p>
          <a:endParaRPr lang="en-US"/>
        </a:p>
      </dgm:t>
    </dgm:pt>
    <dgm:pt modelId="{627BFAAE-2BB0-467B-8D2D-9DD498FBDC1B}" type="sibTrans" cxnId="{566E0D0D-497C-40ED-890A-8D6A4F1755FC}">
      <dgm:prSet/>
      <dgm:spPr/>
      <dgm:t>
        <a:bodyPr/>
        <a:lstStyle/>
        <a:p>
          <a:endParaRPr lang="en-US"/>
        </a:p>
      </dgm:t>
    </dgm:pt>
    <dgm:pt modelId="{10671E46-B959-494D-A31E-6DD60BDA697A}">
      <dgm:prSet/>
      <dgm:spPr/>
      <dgm:t>
        <a:bodyPr/>
        <a:lstStyle/>
        <a:p>
          <a:pPr>
            <a:defRPr cap="all"/>
          </a:pPr>
          <a:r>
            <a:rPr lang="en-US"/>
            <a:t>No race/socioeconomic intersection analysis.</a:t>
          </a:r>
        </a:p>
      </dgm:t>
    </dgm:pt>
    <dgm:pt modelId="{1ED3E3BF-9F7C-4CE9-B7C5-67EB16DA52DC}" type="parTrans" cxnId="{8522AAA4-D57F-43AE-A860-EDEB5015A8E9}">
      <dgm:prSet/>
      <dgm:spPr/>
      <dgm:t>
        <a:bodyPr/>
        <a:lstStyle/>
        <a:p>
          <a:endParaRPr lang="en-US"/>
        </a:p>
      </dgm:t>
    </dgm:pt>
    <dgm:pt modelId="{4DA2273F-B1D3-4688-90C0-EC51689EF0FD}" type="sibTrans" cxnId="{8522AAA4-D57F-43AE-A860-EDEB5015A8E9}">
      <dgm:prSet/>
      <dgm:spPr/>
      <dgm:t>
        <a:bodyPr/>
        <a:lstStyle/>
        <a:p>
          <a:endParaRPr lang="en-US"/>
        </a:p>
      </dgm:t>
    </dgm:pt>
    <dgm:pt modelId="{E605303B-7980-48A4-A98F-4A96ADFA8432}" type="pres">
      <dgm:prSet presAssocID="{CB4C224B-96E9-4C55-BFAF-C86B3708F5B4}" presName="root" presStyleCnt="0">
        <dgm:presLayoutVars>
          <dgm:dir/>
          <dgm:resizeHandles val="exact"/>
        </dgm:presLayoutVars>
      </dgm:prSet>
      <dgm:spPr/>
    </dgm:pt>
    <dgm:pt modelId="{9F074A02-E542-477C-B378-FF44442BBBA7}" type="pres">
      <dgm:prSet presAssocID="{21354185-76E3-4470-8AE0-88EB08141A40}" presName="compNode" presStyleCnt="0"/>
      <dgm:spPr/>
    </dgm:pt>
    <dgm:pt modelId="{657DABB8-A41F-4F45-8CF8-148446FE36D2}" type="pres">
      <dgm:prSet presAssocID="{21354185-76E3-4470-8AE0-88EB08141A40}" presName="iconBgRect" presStyleLbl="bgShp" presStyleIdx="0" presStyleCnt="3"/>
      <dgm:spPr/>
    </dgm:pt>
    <dgm:pt modelId="{C7A0C336-7B82-4EB7-BF29-6E9694DC7B71}" type="pres">
      <dgm:prSet presAssocID="{21354185-76E3-4470-8AE0-88EB08141A4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FD5256D-FC13-46DE-8540-4459DCD290DF}" type="pres">
      <dgm:prSet presAssocID="{21354185-76E3-4470-8AE0-88EB08141A40}" presName="spaceRect" presStyleCnt="0"/>
      <dgm:spPr/>
    </dgm:pt>
    <dgm:pt modelId="{94646A54-4C61-474C-A9C8-7753F585220F}" type="pres">
      <dgm:prSet presAssocID="{21354185-76E3-4470-8AE0-88EB08141A40}" presName="textRect" presStyleLbl="revTx" presStyleIdx="0" presStyleCnt="3">
        <dgm:presLayoutVars>
          <dgm:chMax val="1"/>
          <dgm:chPref val="1"/>
        </dgm:presLayoutVars>
      </dgm:prSet>
      <dgm:spPr/>
    </dgm:pt>
    <dgm:pt modelId="{CCCDD62A-D5FA-4C1B-9A9E-33B16DE0D740}" type="pres">
      <dgm:prSet presAssocID="{5D061BB4-5E42-463F-8B6D-937ED17D7863}" presName="sibTrans" presStyleCnt="0"/>
      <dgm:spPr/>
    </dgm:pt>
    <dgm:pt modelId="{E6CFD546-48F1-4274-97F6-1FFFF9BDD9AE}" type="pres">
      <dgm:prSet presAssocID="{77C20DE9-B7D1-4250-85DA-DEF076C81E47}" presName="compNode" presStyleCnt="0"/>
      <dgm:spPr/>
    </dgm:pt>
    <dgm:pt modelId="{E95D5182-3D67-43DB-BCFA-FC59B816954B}" type="pres">
      <dgm:prSet presAssocID="{77C20DE9-B7D1-4250-85DA-DEF076C81E47}" presName="iconBgRect" presStyleLbl="bgShp" presStyleIdx="1" presStyleCnt="3"/>
      <dgm:spPr/>
    </dgm:pt>
    <dgm:pt modelId="{F42527CF-7F25-4886-996C-64E62EC5BC8A}" type="pres">
      <dgm:prSet presAssocID="{77C20DE9-B7D1-4250-85DA-DEF076C81E4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DAB5D4E-BA3C-4542-93A3-E946193B2623}" type="pres">
      <dgm:prSet presAssocID="{77C20DE9-B7D1-4250-85DA-DEF076C81E47}" presName="spaceRect" presStyleCnt="0"/>
      <dgm:spPr/>
    </dgm:pt>
    <dgm:pt modelId="{421E8B21-001C-437C-AA1F-405760C268E1}" type="pres">
      <dgm:prSet presAssocID="{77C20DE9-B7D1-4250-85DA-DEF076C81E47}" presName="textRect" presStyleLbl="revTx" presStyleIdx="1" presStyleCnt="3">
        <dgm:presLayoutVars>
          <dgm:chMax val="1"/>
          <dgm:chPref val="1"/>
        </dgm:presLayoutVars>
      </dgm:prSet>
      <dgm:spPr/>
    </dgm:pt>
    <dgm:pt modelId="{B2CEDD64-53CE-4F5C-A452-1EB8890812F4}" type="pres">
      <dgm:prSet presAssocID="{627BFAAE-2BB0-467B-8D2D-9DD498FBDC1B}" presName="sibTrans" presStyleCnt="0"/>
      <dgm:spPr/>
    </dgm:pt>
    <dgm:pt modelId="{ADCB96DD-535A-4085-86F9-663231DB3A91}" type="pres">
      <dgm:prSet presAssocID="{10671E46-B959-494D-A31E-6DD60BDA697A}" presName="compNode" presStyleCnt="0"/>
      <dgm:spPr/>
    </dgm:pt>
    <dgm:pt modelId="{740C1B44-FAD2-4B31-B4CE-09150D3E1D81}" type="pres">
      <dgm:prSet presAssocID="{10671E46-B959-494D-A31E-6DD60BDA697A}" presName="iconBgRect" presStyleLbl="bgShp" presStyleIdx="2" presStyleCnt="3"/>
      <dgm:spPr/>
    </dgm:pt>
    <dgm:pt modelId="{FCFC20E0-926A-4AA2-83C4-EF88B9C22D24}" type="pres">
      <dgm:prSet presAssocID="{10671E46-B959-494D-A31E-6DD60BDA697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ke"/>
        </a:ext>
      </dgm:extLst>
    </dgm:pt>
    <dgm:pt modelId="{719B444B-CBE2-4E1D-8645-EFA519B16BF6}" type="pres">
      <dgm:prSet presAssocID="{10671E46-B959-494D-A31E-6DD60BDA697A}" presName="spaceRect" presStyleCnt="0"/>
      <dgm:spPr/>
    </dgm:pt>
    <dgm:pt modelId="{AC297A81-DF97-43E6-934D-82BC1F91A1F7}" type="pres">
      <dgm:prSet presAssocID="{10671E46-B959-494D-A31E-6DD60BDA697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66E0D0D-497C-40ED-890A-8D6A4F1755FC}" srcId="{CB4C224B-96E9-4C55-BFAF-C86B3708F5B4}" destId="{77C20DE9-B7D1-4250-85DA-DEF076C81E47}" srcOrd="1" destOrd="0" parTransId="{FD4C648C-48A9-4505-9A63-16AA303CA43D}" sibTransId="{627BFAAE-2BB0-467B-8D2D-9DD498FBDC1B}"/>
    <dgm:cxn modelId="{79C1E13A-B986-48D5-884E-DBBF72C3E4A0}" type="presOf" srcId="{10671E46-B959-494D-A31E-6DD60BDA697A}" destId="{AC297A81-DF97-43E6-934D-82BC1F91A1F7}" srcOrd="0" destOrd="0" presId="urn:microsoft.com/office/officeart/2018/5/layout/IconCircleLabelList"/>
    <dgm:cxn modelId="{AC45013E-89A6-4364-B75E-C7AE5456B4E0}" type="presOf" srcId="{77C20DE9-B7D1-4250-85DA-DEF076C81E47}" destId="{421E8B21-001C-437C-AA1F-405760C268E1}" srcOrd="0" destOrd="0" presId="urn:microsoft.com/office/officeart/2018/5/layout/IconCircleLabelList"/>
    <dgm:cxn modelId="{48E77B7D-AC5B-46FF-9285-E69722E6FC0F}" type="presOf" srcId="{CB4C224B-96E9-4C55-BFAF-C86B3708F5B4}" destId="{E605303B-7980-48A4-A98F-4A96ADFA8432}" srcOrd="0" destOrd="0" presId="urn:microsoft.com/office/officeart/2018/5/layout/IconCircleLabelList"/>
    <dgm:cxn modelId="{8522AAA4-D57F-43AE-A860-EDEB5015A8E9}" srcId="{CB4C224B-96E9-4C55-BFAF-C86B3708F5B4}" destId="{10671E46-B959-494D-A31E-6DD60BDA697A}" srcOrd="2" destOrd="0" parTransId="{1ED3E3BF-9F7C-4CE9-B7C5-67EB16DA52DC}" sibTransId="{4DA2273F-B1D3-4688-90C0-EC51689EF0FD}"/>
    <dgm:cxn modelId="{C8F507DA-B8ED-4971-9899-207DC3BCF3EC}" type="presOf" srcId="{21354185-76E3-4470-8AE0-88EB08141A40}" destId="{94646A54-4C61-474C-A9C8-7753F585220F}" srcOrd="0" destOrd="0" presId="urn:microsoft.com/office/officeart/2018/5/layout/IconCircleLabelList"/>
    <dgm:cxn modelId="{768B7DE5-CA6A-4B7B-8250-A334A9431FE1}" srcId="{CB4C224B-96E9-4C55-BFAF-C86B3708F5B4}" destId="{21354185-76E3-4470-8AE0-88EB08141A40}" srcOrd="0" destOrd="0" parTransId="{0409CF31-7CD0-4858-A5D2-94B5212EAE09}" sibTransId="{5D061BB4-5E42-463F-8B6D-937ED17D7863}"/>
    <dgm:cxn modelId="{08C16CF6-55F0-447A-BF5F-635E8A2F985C}" type="presParOf" srcId="{E605303B-7980-48A4-A98F-4A96ADFA8432}" destId="{9F074A02-E542-477C-B378-FF44442BBBA7}" srcOrd="0" destOrd="0" presId="urn:microsoft.com/office/officeart/2018/5/layout/IconCircleLabelList"/>
    <dgm:cxn modelId="{F0D9274A-A403-4EB3-AF87-CF9C8E22F980}" type="presParOf" srcId="{9F074A02-E542-477C-B378-FF44442BBBA7}" destId="{657DABB8-A41F-4F45-8CF8-148446FE36D2}" srcOrd="0" destOrd="0" presId="urn:microsoft.com/office/officeart/2018/5/layout/IconCircleLabelList"/>
    <dgm:cxn modelId="{A2652960-47E7-4753-BACA-6CA804B89F85}" type="presParOf" srcId="{9F074A02-E542-477C-B378-FF44442BBBA7}" destId="{C7A0C336-7B82-4EB7-BF29-6E9694DC7B71}" srcOrd="1" destOrd="0" presId="urn:microsoft.com/office/officeart/2018/5/layout/IconCircleLabelList"/>
    <dgm:cxn modelId="{265256A6-DBE2-4F46-ABFE-2ABFCE1E2B91}" type="presParOf" srcId="{9F074A02-E542-477C-B378-FF44442BBBA7}" destId="{DFD5256D-FC13-46DE-8540-4459DCD290DF}" srcOrd="2" destOrd="0" presId="urn:microsoft.com/office/officeart/2018/5/layout/IconCircleLabelList"/>
    <dgm:cxn modelId="{A1D59324-8588-47EE-AC19-1517F88A3980}" type="presParOf" srcId="{9F074A02-E542-477C-B378-FF44442BBBA7}" destId="{94646A54-4C61-474C-A9C8-7753F585220F}" srcOrd="3" destOrd="0" presId="urn:microsoft.com/office/officeart/2018/5/layout/IconCircleLabelList"/>
    <dgm:cxn modelId="{8917E604-35F6-4109-A192-84395F178D1D}" type="presParOf" srcId="{E605303B-7980-48A4-A98F-4A96ADFA8432}" destId="{CCCDD62A-D5FA-4C1B-9A9E-33B16DE0D740}" srcOrd="1" destOrd="0" presId="urn:microsoft.com/office/officeart/2018/5/layout/IconCircleLabelList"/>
    <dgm:cxn modelId="{AC76C167-6CE5-4D6A-B7A1-BC0994AE88D4}" type="presParOf" srcId="{E605303B-7980-48A4-A98F-4A96ADFA8432}" destId="{E6CFD546-48F1-4274-97F6-1FFFF9BDD9AE}" srcOrd="2" destOrd="0" presId="urn:microsoft.com/office/officeart/2018/5/layout/IconCircleLabelList"/>
    <dgm:cxn modelId="{21CC5803-727E-4D63-A829-9F607AD66DA5}" type="presParOf" srcId="{E6CFD546-48F1-4274-97F6-1FFFF9BDD9AE}" destId="{E95D5182-3D67-43DB-BCFA-FC59B816954B}" srcOrd="0" destOrd="0" presId="urn:microsoft.com/office/officeart/2018/5/layout/IconCircleLabelList"/>
    <dgm:cxn modelId="{1D012A19-D777-4EB3-BC08-240C662DA7F4}" type="presParOf" srcId="{E6CFD546-48F1-4274-97F6-1FFFF9BDD9AE}" destId="{F42527CF-7F25-4886-996C-64E62EC5BC8A}" srcOrd="1" destOrd="0" presId="urn:microsoft.com/office/officeart/2018/5/layout/IconCircleLabelList"/>
    <dgm:cxn modelId="{7614A330-0FAD-4A8B-BFE5-3131A671FC06}" type="presParOf" srcId="{E6CFD546-48F1-4274-97F6-1FFFF9BDD9AE}" destId="{7DAB5D4E-BA3C-4542-93A3-E946193B2623}" srcOrd="2" destOrd="0" presId="urn:microsoft.com/office/officeart/2018/5/layout/IconCircleLabelList"/>
    <dgm:cxn modelId="{5EB4DF33-0DA6-4771-B4AC-9905CA297EF1}" type="presParOf" srcId="{E6CFD546-48F1-4274-97F6-1FFFF9BDD9AE}" destId="{421E8B21-001C-437C-AA1F-405760C268E1}" srcOrd="3" destOrd="0" presId="urn:microsoft.com/office/officeart/2018/5/layout/IconCircleLabelList"/>
    <dgm:cxn modelId="{510073F9-DE3C-425B-A8D0-04E27B770FEB}" type="presParOf" srcId="{E605303B-7980-48A4-A98F-4A96ADFA8432}" destId="{B2CEDD64-53CE-4F5C-A452-1EB8890812F4}" srcOrd="3" destOrd="0" presId="urn:microsoft.com/office/officeart/2018/5/layout/IconCircleLabelList"/>
    <dgm:cxn modelId="{07A0A59D-8F03-422A-8CAC-5B357725926E}" type="presParOf" srcId="{E605303B-7980-48A4-A98F-4A96ADFA8432}" destId="{ADCB96DD-535A-4085-86F9-663231DB3A91}" srcOrd="4" destOrd="0" presId="urn:microsoft.com/office/officeart/2018/5/layout/IconCircleLabelList"/>
    <dgm:cxn modelId="{A6193DAF-11E2-4A13-863D-4B5B45B40BE7}" type="presParOf" srcId="{ADCB96DD-535A-4085-86F9-663231DB3A91}" destId="{740C1B44-FAD2-4B31-B4CE-09150D3E1D81}" srcOrd="0" destOrd="0" presId="urn:microsoft.com/office/officeart/2018/5/layout/IconCircleLabelList"/>
    <dgm:cxn modelId="{A2E4A8D0-9901-4446-89F6-7A71A9E2C26A}" type="presParOf" srcId="{ADCB96DD-535A-4085-86F9-663231DB3A91}" destId="{FCFC20E0-926A-4AA2-83C4-EF88B9C22D24}" srcOrd="1" destOrd="0" presId="urn:microsoft.com/office/officeart/2018/5/layout/IconCircleLabelList"/>
    <dgm:cxn modelId="{5EAB97AD-01B0-4E1A-9164-C244683A3EC0}" type="presParOf" srcId="{ADCB96DD-535A-4085-86F9-663231DB3A91}" destId="{719B444B-CBE2-4E1D-8645-EFA519B16BF6}" srcOrd="2" destOrd="0" presId="urn:microsoft.com/office/officeart/2018/5/layout/IconCircleLabelList"/>
    <dgm:cxn modelId="{5B2829FC-4B50-460C-B907-9A0496E39EE8}" type="presParOf" srcId="{ADCB96DD-535A-4085-86F9-663231DB3A91}" destId="{AC297A81-DF97-43E6-934D-82BC1F91A1F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5CC18F-BE9A-470C-9B35-665F20622C6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254AD73-062D-4F93-B057-62AF7EB6BBB3}">
      <dgm:prSet/>
      <dgm:spPr/>
      <dgm:t>
        <a:bodyPr/>
        <a:lstStyle/>
        <a:p>
          <a:r>
            <a:rPr lang="en-US"/>
            <a:t>Intersectional bias analysis.</a:t>
          </a:r>
        </a:p>
      </dgm:t>
    </dgm:pt>
    <dgm:pt modelId="{F1BA1162-78BC-49F0-8532-36BC2A68BB76}" type="parTrans" cxnId="{0B0C473C-596A-4405-A7C9-092B33B045CE}">
      <dgm:prSet/>
      <dgm:spPr/>
      <dgm:t>
        <a:bodyPr/>
        <a:lstStyle/>
        <a:p>
          <a:endParaRPr lang="en-US"/>
        </a:p>
      </dgm:t>
    </dgm:pt>
    <dgm:pt modelId="{0055737A-9C61-49CE-BE95-E046FE008DDE}" type="sibTrans" cxnId="{0B0C473C-596A-4405-A7C9-092B33B045CE}">
      <dgm:prSet/>
      <dgm:spPr/>
      <dgm:t>
        <a:bodyPr/>
        <a:lstStyle/>
        <a:p>
          <a:endParaRPr lang="en-US"/>
        </a:p>
      </dgm:t>
    </dgm:pt>
    <dgm:pt modelId="{E78DDFB9-C0C6-4320-B08B-4B575E4C865E}">
      <dgm:prSet/>
      <dgm:spPr/>
      <dgm:t>
        <a:bodyPr/>
        <a:lstStyle/>
        <a:p>
          <a:r>
            <a:rPr lang="en-US"/>
            <a:t>SHAP &amp; LIME explanations.</a:t>
          </a:r>
        </a:p>
      </dgm:t>
    </dgm:pt>
    <dgm:pt modelId="{AB706F43-12CA-4151-81E5-915CD481FC85}" type="parTrans" cxnId="{87D2C43E-E577-4B8F-A8DD-94F97E702F09}">
      <dgm:prSet/>
      <dgm:spPr/>
      <dgm:t>
        <a:bodyPr/>
        <a:lstStyle/>
        <a:p>
          <a:endParaRPr lang="en-US"/>
        </a:p>
      </dgm:t>
    </dgm:pt>
    <dgm:pt modelId="{17D094B9-EA3A-4AD4-AFFA-0B12FFABEFA7}" type="sibTrans" cxnId="{87D2C43E-E577-4B8F-A8DD-94F97E702F09}">
      <dgm:prSet/>
      <dgm:spPr/>
      <dgm:t>
        <a:bodyPr/>
        <a:lstStyle/>
        <a:p>
          <a:endParaRPr lang="en-US"/>
        </a:p>
      </dgm:t>
    </dgm:pt>
    <dgm:pt modelId="{CCC055BA-E246-479A-AE38-D270531469A2}">
      <dgm:prSet/>
      <dgm:spPr/>
      <dgm:t>
        <a:bodyPr/>
        <a:lstStyle/>
        <a:p>
          <a:r>
            <a:rPr lang="en-US"/>
            <a:t>External validation with multi-center datasets.</a:t>
          </a:r>
        </a:p>
      </dgm:t>
    </dgm:pt>
    <dgm:pt modelId="{31D4654D-6F80-4372-B830-B641B835B463}" type="parTrans" cxnId="{8D71C61F-B9C7-41DB-9440-A1D5299D9F15}">
      <dgm:prSet/>
      <dgm:spPr/>
      <dgm:t>
        <a:bodyPr/>
        <a:lstStyle/>
        <a:p>
          <a:endParaRPr lang="en-US"/>
        </a:p>
      </dgm:t>
    </dgm:pt>
    <dgm:pt modelId="{EB16BCB3-9D40-4C3D-8BFF-2C885EF62257}" type="sibTrans" cxnId="{8D71C61F-B9C7-41DB-9440-A1D5299D9F15}">
      <dgm:prSet/>
      <dgm:spPr/>
      <dgm:t>
        <a:bodyPr/>
        <a:lstStyle/>
        <a:p>
          <a:endParaRPr lang="en-US"/>
        </a:p>
      </dgm:t>
    </dgm:pt>
    <dgm:pt modelId="{719D6FC9-D162-4DB8-9DEF-FED330F861FC}" type="pres">
      <dgm:prSet presAssocID="{2F5CC18F-BE9A-470C-9B35-665F20622C60}" presName="root" presStyleCnt="0">
        <dgm:presLayoutVars>
          <dgm:dir/>
          <dgm:resizeHandles val="exact"/>
        </dgm:presLayoutVars>
      </dgm:prSet>
      <dgm:spPr/>
    </dgm:pt>
    <dgm:pt modelId="{255C1002-469E-40DE-9A99-C014B4A9CCF3}" type="pres">
      <dgm:prSet presAssocID="{A254AD73-062D-4F93-B057-62AF7EB6BBB3}" presName="compNode" presStyleCnt="0"/>
      <dgm:spPr/>
    </dgm:pt>
    <dgm:pt modelId="{28E27463-7D12-436B-A96B-050720445788}" type="pres">
      <dgm:prSet presAssocID="{A254AD73-062D-4F93-B057-62AF7EB6BBB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BEF13E6C-60CA-4444-A3A6-CE410001D276}" type="pres">
      <dgm:prSet presAssocID="{A254AD73-062D-4F93-B057-62AF7EB6BBB3}" presName="spaceRect" presStyleCnt="0"/>
      <dgm:spPr/>
    </dgm:pt>
    <dgm:pt modelId="{EBCBCB52-6BF1-4B07-ABE5-ECA76B5745AF}" type="pres">
      <dgm:prSet presAssocID="{A254AD73-062D-4F93-B057-62AF7EB6BBB3}" presName="textRect" presStyleLbl="revTx" presStyleIdx="0" presStyleCnt="3">
        <dgm:presLayoutVars>
          <dgm:chMax val="1"/>
          <dgm:chPref val="1"/>
        </dgm:presLayoutVars>
      </dgm:prSet>
      <dgm:spPr/>
    </dgm:pt>
    <dgm:pt modelId="{33276D1E-B80D-4539-AE97-39ED81918DDA}" type="pres">
      <dgm:prSet presAssocID="{0055737A-9C61-49CE-BE95-E046FE008DDE}" presName="sibTrans" presStyleCnt="0"/>
      <dgm:spPr/>
    </dgm:pt>
    <dgm:pt modelId="{459DC901-66DD-430D-99AA-D77CF912AD6D}" type="pres">
      <dgm:prSet presAssocID="{E78DDFB9-C0C6-4320-B08B-4B575E4C865E}" presName="compNode" presStyleCnt="0"/>
      <dgm:spPr/>
    </dgm:pt>
    <dgm:pt modelId="{4AA13FDE-EC13-447D-A110-49FB839EC9BA}" type="pres">
      <dgm:prSet presAssocID="{E78DDFB9-C0C6-4320-B08B-4B575E4C865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rench"/>
        </a:ext>
      </dgm:extLst>
    </dgm:pt>
    <dgm:pt modelId="{09E02E69-FAEB-41BF-BA97-69B54200B498}" type="pres">
      <dgm:prSet presAssocID="{E78DDFB9-C0C6-4320-B08B-4B575E4C865E}" presName="spaceRect" presStyleCnt="0"/>
      <dgm:spPr/>
    </dgm:pt>
    <dgm:pt modelId="{525ACFF7-6B99-4507-A942-4A44E6E92CE6}" type="pres">
      <dgm:prSet presAssocID="{E78DDFB9-C0C6-4320-B08B-4B575E4C865E}" presName="textRect" presStyleLbl="revTx" presStyleIdx="1" presStyleCnt="3">
        <dgm:presLayoutVars>
          <dgm:chMax val="1"/>
          <dgm:chPref val="1"/>
        </dgm:presLayoutVars>
      </dgm:prSet>
      <dgm:spPr/>
    </dgm:pt>
    <dgm:pt modelId="{B6D7FA6B-E6F7-4E45-AE62-F36F9074E806}" type="pres">
      <dgm:prSet presAssocID="{17D094B9-EA3A-4AD4-AFFA-0B12FFABEFA7}" presName="sibTrans" presStyleCnt="0"/>
      <dgm:spPr/>
    </dgm:pt>
    <dgm:pt modelId="{CB732E26-2A07-4CB5-9953-C8FABAE02E04}" type="pres">
      <dgm:prSet presAssocID="{CCC055BA-E246-479A-AE38-D270531469A2}" presName="compNode" presStyleCnt="0"/>
      <dgm:spPr/>
    </dgm:pt>
    <dgm:pt modelId="{6DF03075-3253-4B50-903A-285B7E2E8BC3}" type="pres">
      <dgm:prSet presAssocID="{CCC055BA-E246-479A-AE38-D270531469A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ADC2FD6C-2113-45F2-8CA3-D794B7307E3C}" type="pres">
      <dgm:prSet presAssocID="{CCC055BA-E246-479A-AE38-D270531469A2}" presName="spaceRect" presStyleCnt="0"/>
      <dgm:spPr/>
    </dgm:pt>
    <dgm:pt modelId="{501A7817-F31F-4AC2-8DA7-F0DA3C5A59C6}" type="pres">
      <dgm:prSet presAssocID="{CCC055BA-E246-479A-AE38-D270531469A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71C61F-B9C7-41DB-9440-A1D5299D9F15}" srcId="{2F5CC18F-BE9A-470C-9B35-665F20622C60}" destId="{CCC055BA-E246-479A-AE38-D270531469A2}" srcOrd="2" destOrd="0" parTransId="{31D4654D-6F80-4372-B830-B641B835B463}" sibTransId="{EB16BCB3-9D40-4C3D-8BFF-2C885EF62257}"/>
    <dgm:cxn modelId="{0B0C473C-596A-4405-A7C9-092B33B045CE}" srcId="{2F5CC18F-BE9A-470C-9B35-665F20622C60}" destId="{A254AD73-062D-4F93-B057-62AF7EB6BBB3}" srcOrd="0" destOrd="0" parTransId="{F1BA1162-78BC-49F0-8532-36BC2A68BB76}" sibTransId="{0055737A-9C61-49CE-BE95-E046FE008DDE}"/>
    <dgm:cxn modelId="{87D2C43E-E577-4B8F-A8DD-94F97E702F09}" srcId="{2F5CC18F-BE9A-470C-9B35-665F20622C60}" destId="{E78DDFB9-C0C6-4320-B08B-4B575E4C865E}" srcOrd="1" destOrd="0" parTransId="{AB706F43-12CA-4151-81E5-915CD481FC85}" sibTransId="{17D094B9-EA3A-4AD4-AFFA-0B12FFABEFA7}"/>
    <dgm:cxn modelId="{D2A2FD5A-FFA6-4ABB-B49E-0816DB27538F}" type="presOf" srcId="{2F5CC18F-BE9A-470C-9B35-665F20622C60}" destId="{719D6FC9-D162-4DB8-9DEF-FED330F861FC}" srcOrd="0" destOrd="0" presId="urn:microsoft.com/office/officeart/2018/2/layout/IconLabelList"/>
    <dgm:cxn modelId="{C33ECB63-C0C0-4D58-9899-DB941F682B5C}" type="presOf" srcId="{CCC055BA-E246-479A-AE38-D270531469A2}" destId="{501A7817-F31F-4AC2-8DA7-F0DA3C5A59C6}" srcOrd="0" destOrd="0" presId="urn:microsoft.com/office/officeart/2018/2/layout/IconLabelList"/>
    <dgm:cxn modelId="{C3C57A6D-99A0-4CFA-9ABC-262CB8ECCA14}" type="presOf" srcId="{A254AD73-062D-4F93-B057-62AF7EB6BBB3}" destId="{EBCBCB52-6BF1-4B07-ABE5-ECA76B5745AF}" srcOrd="0" destOrd="0" presId="urn:microsoft.com/office/officeart/2018/2/layout/IconLabelList"/>
    <dgm:cxn modelId="{2C78EE87-6442-4C44-A40E-922F4F79E5CA}" type="presOf" srcId="{E78DDFB9-C0C6-4320-B08B-4B575E4C865E}" destId="{525ACFF7-6B99-4507-A942-4A44E6E92CE6}" srcOrd="0" destOrd="0" presId="urn:microsoft.com/office/officeart/2018/2/layout/IconLabelList"/>
    <dgm:cxn modelId="{A0EA0C43-7DCC-419B-BB07-622566D3BBB7}" type="presParOf" srcId="{719D6FC9-D162-4DB8-9DEF-FED330F861FC}" destId="{255C1002-469E-40DE-9A99-C014B4A9CCF3}" srcOrd="0" destOrd="0" presId="urn:microsoft.com/office/officeart/2018/2/layout/IconLabelList"/>
    <dgm:cxn modelId="{09E08DFA-4B46-4680-A1BD-9DB1F061DCE8}" type="presParOf" srcId="{255C1002-469E-40DE-9A99-C014B4A9CCF3}" destId="{28E27463-7D12-436B-A96B-050720445788}" srcOrd="0" destOrd="0" presId="urn:microsoft.com/office/officeart/2018/2/layout/IconLabelList"/>
    <dgm:cxn modelId="{A0E3400F-2953-42B5-9EC0-12E63B24D64A}" type="presParOf" srcId="{255C1002-469E-40DE-9A99-C014B4A9CCF3}" destId="{BEF13E6C-60CA-4444-A3A6-CE410001D276}" srcOrd="1" destOrd="0" presId="urn:microsoft.com/office/officeart/2018/2/layout/IconLabelList"/>
    <dgm:cxn modelId="{A92FD162-3B47-411A-869C-105110FBA214}" type="presParOf" srcId="{255C1002-469E-40DE-9A99-C014B4A9CCF3}" destId="{EBCBCB52-6BF1-4B07-ABE5-ECA76B5745AF}" srcOrd="2" destOrd="0" presId="urn:microsoft.com/office/officeart/2018/2/layout/IconLabelList"/>
    <dgm:cxn modelId="{2C6BA245-0F0F-489D-8564-ECD9EC21B4F4}" type="presParOf" srcId="{719D6FC9-D162-4DB8-9DEF-FED330F861FC}" destId="{33276D1E-B80D-4539-AE97-39ED81918DDA}" srcOrd="1" destOrd="0" presId="urn:microsoft.com/office/officeart/2018/2/layout/IconLabelList"/>
    <dgm:cxn modelId="{6FDF351F-2542-4010-AE1F-BF5472764E0C}" type="presParOf" srcId="{719D6FC9-D162-4DB8-9DEF-FED330F861FC}" destId="{459DC901-66DD-430D-99AA-D77CF912AD6D}" srcOrd="2" destOrd="0" presId="urn:microsoft.com/office/officeart/2018/2/layout/IconLabelList"/>
    <dgm:cxn modelId="{E1062E1E-705A-4BE8-AA5E-365124196B82}" type="presParOf" srcId="{459DC901-66DD-430D-99AA-D77CF912AD6D}" destId="{4AA13FDE-EC13-447D-A110-49FB839EC9BA}" srcOrd="0" destOrd="0" presId="urn:microsoft.com/office/officeart/2018/2/layout/IconLabelList"/>
    <dgm:cxn modelId="{96BE603C-59F7-42DF-A8C2-7D7CFD0AC303}" type="presParOf" srcId="{459DC901-66DD-430D-99AA-D77CF912AD6D}" destId="{09E02E69-FAEB-41BF-BA97-69B54200B498}" srcOrd="1" destOrd="0" presId="urn:microsoft.com/office/officeart/2018/2/layout/IconLabelList"/>
    <dgm:cxn modelId="{BE57F215-A265-4527-93CC-642673687375}" type="presParOf" srcId="{459DC901-66DD-430D-99AA-D77CF912AD6D}" destId="{525ACFF7-6B99-4507-A942-4A44E6E92CE6}" srcOrd="2" destOrd="0" presId="urn:microsoft.com/office/officeart/2018/2/layout/IconLabelList"/>
    <dgm:cxn modelId="{3DBBDEB0-75D7-4338-A286-562202B13F89}" type="presParOf" srcId="{719D6FC9-D162-4DB8-9DEF-FED330F861FC}" destId="{B6D7FA6B-E6F7-4E45-AE62-F36F9074E806}" srcOrd="3" destOrd="0" presId="urn:microsoft.com/office/officeart/2018/2/layout/IconLabelList"/>
    <dgm:cxn modelId="{AB3238F0-E714-4A7E-93C7-C9EA156A0825}" type="presParOf" srcId="{719D6FC9-D162-4DB8-9DEF-FED330F861FC}" destId="{CB732E26-2A07-4CB5-9953-C8FABAE02E04}" srcOrd="4" destOrd="0" presId="urn:microsoft.com/office/officeart/2018/2/layout/IconLabelList"/>
    <dgm:cxn modelId="{342A1DB4-1810-48B9-849E-563DE056EAD5}" type="presParOf" srcId="{CB732E26-2A07-4CB5-9953-C8FABAE02E04}" destId="{6DF03075-3253-4B50-903A-285B7E2E8BC3}" srcOrd="0" destOrd="0" presId="urn:microsoft.com/office/officeart/2018/2/layout/IconLabelList"/>
    <dgm:cxn modelId="{8DB0498E-3DC0-4021-8CCA-413B2256E4B2}" type="presParOf" srcId="{CB732E26-2A07-4CB5-9953-C8FABAE02E04}" destId="{ADC2FD6C-2113-45F2-8CA3-D794B7307E3C}" srcOrd="1" destOrd="0" presId="urn:microsoft.com/office/officeart/2018/2/layout/IconLabelList"/>
    <dgm:cxn modelId="{8BAB142F-53A4-4DA0-8431-D1AF589FBBA9}" type="presParOf" srcId="{CB732E26-2A07-4CB5-9953-C8FABAE02E04}" destId="{501A7817-F31F-4AC2-8DA7-F0DA3C5A59C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09880B5-8EBB-48B2-8ED4-744E1215DFC4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EF8C6F7-14A1-4BC6-8846-D51CDCC48E7F}">
      <dgm:prSet/>
      <dgm:spPr/>
      <dgm:t>
        <a:bodyPr/>
        <a:lstStyle/>
        <a:p>
          <a:pPr>
            <a:defRPr cap="all"/>
          </a:pPr>
          <a:r>
            <a:rPr lang="en-US"/>
            <a:t>Strong predictive models with fair outcomes.</a:t>
          </a:r>
        </a:p>
      </dgm:t>
    </dgm:pt>
    <dgm:pt modelId="{6886E97D-77D4-4AF1-B442-3C731AC1E675}" type="parTrans" cxnId="{E47635E4-D3C6-4088-9C66-CB011AF694B5}">
      <dgm:prSet/>
      <dgm:spPr/>
      <dgm:t>
        <a:bodyPr/>
        <a:lstStyle/>
        <a:p>
          <a:endParaRPr lang="en-US"/>
        </a:p>
      </dgm:t>
    </dgm:pt>
    <dgm:pt modelId="{CBB83C49-5601-493F-81F7-A42E23C914FA}" type="sibTrans" cxnId="{E47635E4-D3C6-4088-9C66-CB011AF694B5}">
      <dgm:prSet/>
      <dgm:spPr/>
      <dgm:t>
        <a:bodyPr/>
        <a:lstStyle/>
        <a:p>
          <a:endParaRPr lang="en-US"/>
        </a:p>
      </dgm:t>
    </dgm:pt>
    <dgm:pt modelId="{DEC4DBC4-25FC-439D-AEDB-90442AA9DCB9}">
      <dgm:prSet/>
      <dgm:spPr/>
      <dgm:t>
        <a:bodyPr/>
        <a:lstStyle/>
        <a:p>
          <a:pPr>
            <a:defRPr cap="all"/>
          </a:pPr>
          <a:r>
            <a:rPr lang="en-US"/>
            <a:t>Model fairness does not imply equity in healthcare delivery.</a:t>
          </a:r>
        </a:p>
      </dgm:t>
    </dgm:pt>
    <dgm:pt modelId="{8B634876-C670-4961-8663-D3F3CFDB667A}" type="parTrans" cxnId="{EB9AA77C-BCFF-4644-86E8-2E5BBC12708A}">
      <dgm:prSet/>
      <dgm:spPr/>
      <dgm:t>
        <a:bodyPr/>
        <a:lstStyle/>
        <a:p>
          <a:endParaRPr lang="en-US"/>
        </a:p>
      </dgm:t>
    </dgm:pt>
    <dgm:pt modelId="{D31CCDA5-AF72-4D69-A5EF-C8C5B7A4CF1F}" type="sibTrans" cxnId="{EB9AA77C-BCFF-4644-86E8-2E5BBC12708A}">
      <dgm:prSet/>
      <dgm:spPr/>
      <dgm:t>
        <a:bodyPr/>
        <a:lstStyle/>
        <a:p>
          <a:endParaRPr lang="en-US"/>
        </a:p>
      </dgm:t>
    </dgm:pt>
    <dgm:pt modelId="{7F515084-95D6-44C5-8436-C8E846B7244C}">
      <dgm:prSet/>
      <dgm:spPr/>
      <dgm:t>
        <a:bodyPr/>
        <a:lstStyle/>
        <a:p>
          <a:pPr>
            <a:defRPr cap="all"/>
          </a:pPr>
          <a:r>
            <a:rPr lang="en-US"/>
            <a:t>Policy and clinical reforms still required.</a:t>
          </a:r>
        </a:p>
      </dgm:t>
    </dgm:pt>
    <dgm:pt modelId="{E69CAE7E-E337-4A31-8B92-F22C23BD4470}" type="parTrans" cxnId="{A4956943-3BC6-48E9-BE6D-374C85055F54}">
      <dgm:prSet/>
      <dgm:spPr/>
      <dgm:t>
        <a:bodyPr/>
        <a:lstStyle/>
        <a:p>
          <a:endParaRPr lang="en-US"/>
        </a:p>
      </dgm:t>
    </dgm:pt>
    <dgm:pt modelId="{E1C9574A-FAC1-4F6A-AF43-FE6B97FBDA1D}" type="sibTrans" cxnId="{A4956943-3BC6-48E9-BE6D-374C85055F54}">
      <dgm:prSet/>
      <dgm:spPr/>
      <dgm:t>
        <a:bodyPr/>
        <a:lstStyle/>
        <a:p>
          <a:endParaRPr lang="en-US"/>
        </a:p>
      </dgm:t>
    </dgm:pt>
    <dgm:pt modelId="{B8789751-CE20-4853-BE5E-533F3EBAB0AD}" type="pres">
      <dgm:prSet presAssocID="{109880B5-8EBB-48B2-8ED4-744E1215DFC4}" presName="root" presStyleCnt="0">
        <dgm:presLayoutVars>
          <dgm:dir/>
          <dgm:resizeHandles val="exact"/>
        </dgm:presLayoutVars>
      </dgm:prSet>
      <dgm:spPr/>
    </dgm:pt>
    <dgm:pt modelId="{B7B4D9CA-3DB2-4EBA-B7CA-109FED426502}" type="pres">
      <dgm:prSet presAssocID="{AEF8C6F7-14A1-4BC6-8846-D51CDCC48E7F}" presName="compNode" presStyleCnt="0"/>
      <dgm:spPr/>
    </dgm:pt>
    <dgm:pt modelId="{DB808323-4B6F-4546-A5B3-76FB5B97C057}" type="pres">
      <dgm:prSet presAssocID="{AEF8C6F7-14A1-4BC6-8846-D51CDCC48E7F}" presName="iconBgRect" presStyleLbl="bgShp" presStyleIdx="0" presStyleCnt="3"/>
      <dgm:spPr/>
    </dgm:pt>
    <dgm:pt modelId="{195F3F0B-BFEA-470E-AF4D-0CC1AEBAAA13}" type="pres">
      <dgm:prSet presAssocID="{AEF8C6F7-14A1-4BC6-8846-D51CDCC48E7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0CD5BBF4-39C2-4D21-B6C1-5CF7E850B807}" type="pres">
      <dgm:prSet presAssocID="{AEF8C6F7-14A1-4BC6-8846-D51CDCC48E7F}" presName="spaceRect" presStyleCnt="0"/>
      <dgm:spPr/>
    </dgm:pt>
    <dgm:pt modelId="{F46D8E56-6225-4C48-BBD1-4F96AC031DDB}" type="pres">
      <dgm:prSet presAssocID="{AEF8C6F7-14A1-4BC6-8846-D51CDCC48E7F}" presName="textRect" presStyleLbl="revTx" presStyleIdx="0" presStyleCnt="3">
        <dgm:presLayoutVars>
          <dgm:chMax val="1"/>
          <dgm:chPref val="1"/>
        </dgm:presLayoutVars>
      </dgm:prSet>
      <dgm:spPr/>
    </dgm:pt>
    <dgm:pt modelId="{8176D9FE-DD91-498D-9237-F54381BA96C3}" type="pres">
      <dgm:prSet presAssocID="{CBB83C49-5601-493F-81F7-A42E23C914FA}" presName="sibTrans" presStyleCnt="0"/>
      <dgm:spPr/>
    </dgm:pt>
    <dgm:pt modelId="{FA0ED3C5-F1B7-49A2-AF9D-39E46D77A09F}" type="pres">
      <dgm:prSet presAssocID="{DEC4DBC4-25FC-439D-AEDB-90442AA9DCB9}" presName="compNode" presStyleCnt="0"/>
      <dgm:spPr/>
    </dgm:pt>
    <dgm:pt modelId="{BB969B80-69DA-487A-82EF-9BFBE1225C2A}" type="pres">
      <dgm:prSet presAssocID="{DEC4DBC4-25FC-439D-AEDB-90442AA9DCB9}" presName="iconBgRect" presStyleLbl="bgShp" presStyleIdx="1" presStyleCnt="3"/>
      <dgm:spPr/>
    </dgm:pt>
    <dgm:pt modelId="{FB72D0E5-FCAA-4E95-96C5-8964070CA149}" type="pres">
      <dgm:prSet presAssocID="{DEC4DBC4-25FC-439D-AEDB-90442AA9DC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5E11B2C-57BD-4244-B612-B2A5AAB9D330}" type="pres">
      <dgm:prSet presAssocID="{DEC4DBC4-25FC-439D-AEDB-90442AA9DCB9}" presName="spaceRect" presStyleCnt="0"/>
      <dgm:spPr/>
    </dgm:pt>
    <dgm:pt modelId="{E8F3E49C-FB03-4AA5-BA4D-5EE992164F6C}" type="pres">
      <dgm:prSet presAssocID="{DEC4DBC4-25FC-439D-AEDB-90442AA9DCB9}" presName="textRect" presStyleLbl="revTx" presStyleIdx="1" presStyleCnt="3">
        <dgm:presLayoutVars>
          <dgm:chMax val="1"/>
          <dgm:chPref val="1"/>
        </dgm:presLayoutVars>
      </dgm:prSet>
      <dgm:spPr/>
    </dgm:pt>
    <dgm:pt modelId="{FB8F4927-2229-42AF-B7AB-84EE12FD3F42}" type="pres">
      <dgm:prSet presAssocID="{D31CCDA5-AF72-4D69-A5EF-C8C5B7A4CF1F}" presName="sibTrans" presStyleCnt="0"/>
      <dgm:spPr/>
    </dgm:pt>
    <dgm:pt modelId="{16EA1F05-6688-4D1C-B18B-4121DBA29488}" type="pres">
      <dgm:prSet presAssocID="{7F515084-95D6-44C5-8436-C8E846B7244C}" presName="compNode" presStyleCnt="0"/>
      <dgm:spPr/>
    </dgm:pt>
    <dgm:pt modelId="{FC3F51A9-F5E9-4AAE-A5B8-1399EDB4E003}" type="pres">
      <dgm:prSet presAssocID="{7F515084-95D6-44C5-8436-C8E846B7244C}" presName="iconBgRect" presStyleLbl="bgShp" presStyleIdx="2" presStyleCnt="3"/>
      <dgm:spPr/>
    </dgm:pt>
    <dgm:pt modelId="{2DAB2DFF-3A0D-41DF-8F26-AAC44414998F}" type="pres">
      <dgm:prSet presAssocID="{7F515084-95D6-44C5-8436-C8E846B7244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83DECC03-85FD-4631-AE98-26703389F9C5}" type="pres">
      <dgm:prSet presAssocID="{7F515084-95D6-44C5-8436-C8E846B7244C}" presName="spaceRect" presStyleCnt="0"/>
      <dgm:spPr/>
    </dgm:pt>
    <dgm:pt modelId="{12B0F3E7-E891-4344-AC76-BC44857538B9}" type="pres">
      <dgm:prSet presAssocID="{7F515084-95D6-44C5-8436-C8E846B7244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EAE960F-10FD-4020-8DCE-DE0EEDEE06DF}" type="presOf" srcId="{AEF8C6F7-14A1-4BC6-8846-D51CDCC48E7F}" destId="{F46D8E56-6225-4C48-BBD1-4F96AC031DDB}" srcOrd="0" destOrd="0" presId="urn:microsoft.com/office/officeart/2018/5/layout/IconCircleLabelList"/>
    <dgm:cxn modelId="{2CF25712-76E6-413D-9C5A-9A099D7A4F01}" type="presOf" srcId="{109880B5-8EBB-48B2-8ED4-744E1215DFC4}" destId="{B8789751-CE20-4853-BE5E-533F3EBAB0AD}" srcOrd="0" destOrd="0" presId="urn:microsoft.com/office/officeart/2018/5/layout/IconCircleLabelList"/>
    <dgm:cxn modelId="{A4956943-3BC6-48E9-BE6D-374C85055F54}" srcId="{109880B5-8EBB-48B2-8ED4-744E1215DFC4}" destId="{7F515084-95D6-44C5-8436-C8E846B7244C}" srcOrd="2" destOrd="0" parTransId="{E69CAE7E-E337-4A31-8B92-F22C23BD4470}" sibTransId="{E1C9574A-FAC1-4F6A-AF43-FE6B97FBDA1D}"/>
    <dgm:cxn modelId="{DB5BD764-937D-4655-98DC-6897A40A4CBD}" type="presOf" srcId="{7F515084-95D6-44C5-8436-C8E846B7244C}" destId="{12B0F3E7-E891-4344-AC76-BC44857538B9}" srcOrd="0" destOrd="0" presId="urn:microsoft.com/office/officeart/2018/5/layout/IconCircleLabelList"/>
    <dgm:cxn modelId="{EB9AA77C-BCFF-4644-86E8-2E5BBC12708A}" srcId="{109880B5-8EBB-48B2-8ED4-744E1215DFC4}" destId="{DEC4DBC4-25FC-439D-AEDB-90442AA9DCB9}" srcOrd="1" destOrd="0" parTransId="{8B634876-C670-4961-8663-D3F3CFDB667A}" sibTransId="{D31CCDA5-AF72-4D69-A5EF-C8C5B7A4CF1F}"/>
    <dgm:cxn modelId="{47BF0DDC-E536-46EC-83D4-47EE33E9B965}" type="presOf" srcId="{DEC4DBC4-25FC-439D-AEDB-90442AA9DCB9}" destId="{E8F3E49C-FB03-4AA5-BA4D-5EE992164F6C}" srcOrd="0" destOrd="0" presId="urn:microsoft.com/office/officeart/2018/5/layout/IconCircleLabelList"/>
    <dgm:cxn modelId="{E47635E4-D3C6-4088-9C66-CB011AF694B5}" srcId="{109880B5-8EBB-48B2-8ED4-744E1215DFC4}" destId="{AEF8C6F7-14A1-4BC6-8846-D51CDCC48E7F}" srcOrd="0" destOrd="0" parTransId="{6886E97D-77D4-4AF1-B442-3C731AC1E675}" sibTransId="{CBB83C49-5601-493F-81F7-A42E23C914FA}"/>
    <dgm:cxn modelId="{7CF4DD85-9C93-4526-A928-62EEBCDA4B5C}" type="presParOf" srcId="{B8789751-CE20-4853-BE5E-533F3EBAB0AD}" destId="{B7B4D9CA-3DB2-4EBA-B7CA-109FED426502}" srcOrd="0" destOrd="0" presId="urn:microsoft.com/office/officeart/2018/5/layout/IconCircleLabelList"/>
    <dgm:cxn modelId="{175B1696-E098-483C-A773-A9E2E822C5DE}" type="presParOf" srcId="{B7B4D9CA-3DB2-4EBA-B7CA-109FED426502}" destId="{DB808323-4B6F-4546-A5B3-76FB5B97C057}" srcOrd="0" destOrd="0" presId="urn:microsoft.com/office/officeart/2018/5/layout/IconCircleLabelList"/>
    <dgm:cxn modelId="{B70CABD3-2DD5-4AF2-BF56-505BF70EE489}" type="presParOf" srcId="{B7B4D9CA-3DB2-4EBA-B7CA-109FED426502}" destId="{195F3F0B-BFEA-470E-AF4D-0CC1AEBAAA13}" srcOrd="1" destOrd="0" presId="urn:microsoft.com/office/officeart/2018/5/layout/IconCircleLabelList"/>
    <dgm:cxn modelId="{E5C39CD7-A9A4-4F3E-A18A-7E8E2C98B97C}" type="presParOf" srcId="{B7B4D9CA-3DB2-4EBA-B7CA-109FED426502}" destId="{0CD5BBF4-39C2-4D21-B6C1-5CF7E850B807}" srcOrd="2" destOrd="0" presId="urn:microsoft.com/office/officeart/2018/5/layout/IconCircleLabelList"/>
    <dgm:cxn modelId="{E7136DA1-2CDC-4EA0-8A6A-692E3ED435EE}" type="presParOf" srcId="{B7B4D9CA-3DB2-4EBA-B7CA-109FED426502}" destId="{F46D8E56-6225-4C48-BBD1-4F96AC031DDB}" srcOrd="3" destOrd="0" presId="urn:microsoft.com/office/officeart/2018/5/layout/IconCircleLabelList"/>
    <dgm:cxn modelId="{FFE4CA2D-0C62-43D1-88F6-26F0E33E6DB5}" type="presParOf" srcId="{B8789751-CE20-4853-BE5E-533F3EBAB0AD}" destId="{8176D9FE-DD91-498D-9237-F54381BA96C3}" srcOrd="1" destOrd="0" presId="urn:microsoft.com/office/officeart/2018/5/layout/IconCircleLabelList"/>
    <dgm:cxn modelId="{531DC04C-4A41-4459-8EC5-992AB88AE28D}" type="presParOf" srcId="{B8789751-CE20-4853-BE5E-533F3EBAB0AD}" destId="{FA0ED3C5-F1B7-49A2-AF9D-39E46D77A09F}" srcOrd="2" destOrd="0" presId="urn:microsoft.com/office/officeart/2018/5/layout/IconCircleLabelList"/>
    <dgm:cxn modelId="{FF20093E-661C-4111-886F-9606C6B32900}" type="presParOf" srcId="{FA0ED3C5-F1B7-49A2-AF9D-39E46D77A09F}" destId="{BB969B80-69DA-487A-82EF-9BFBE1225C2A}" srcOrd="0" destOrd="0" presId="urn:microsoft.com/office/officeart/2018/5/layout/IconCircleLabelList"/>
    <dgm:cxn modelId="{E0727BB6-3699-4A98-9819-6B75336913D7}" type="presParOf" srcId="{FA0ED3C5-F1B7-49A2-AF9D-39E46D77A09F}" destId="{FB72D0E5-FCAA-4E95-96C5-8964070CA149}" srcOrd="1" destOrd="0" presId="urn:microsoft.com/office/officeart/2018/5/layout/IconCircleLabelList"/>
    <dgm:cxn modelId="{3AB2A81A-B2E7-4D90-86AB-563CAF9C4024}" type="presParOf" srcId="{FA0ED3C5-F1B7-49A2-AF9D-39E46D77A09F}" destId="{F5E11B2C-57BD-4244-B612-B2A5AAB9D330}" srcOrd="2" destOrd="0" presId="urn:microsoft.com/office/officeart/2018/5/layout/IconCircleLabelList"/>
    <dgm:cxn modelId="{B46EBA8D-61FB-4900-ABB9-7ADF5A1AE77D}" type="presParOf" srcId="{FA0ED3C5-F1B7-49A2-AF9D-39E46D77A09F}" destId="{E8F3E49C-FB03-4AA5-BA4D-5EE992164F6C}" srcOrd="3" destOrd="0" presId="urn:microsoft.com/office/officeart/2018/5/layout/IconCircleLabelList"/>
    <dgm:cxn modelId="{033B80CA-A3DF-426C-BAF5-845443A164AF}" type="presParOf" srcId="{B8789751-CE20-4853-BE5E-533F3EBAB0AD}" destId="{FB8F4927-2229-42AF-B7AB-84EE12FD3F42}" srcOrd="3" destOrd="0" presId="urn:microsoft.com/office/officeart/2018/5/layout/IconCircleLabelList"/>
    <dgm:cxn modelId="{DEBC4279-ECD5-4822-A735-1C2853D0E529}" type="presParOf" srcId="{B8789751-CE20-4853-BE5E-533F3EBAB0AD}" destId="{16EA1F05-6688-4D1C-B18B-4121DBA29488}" srcOrd="4" destOrd="0" presId="urn:microsoft.com/office/officeart/2018/5/layout/IconCircleLabelList"/>
    <dgm:cxn modelId="{31AF6107-A5C7-4A22-9DC7-9E060E03EC27}" type="presParOf" srcId="{16EA1F05-6688-4D1C-B18B-4121DBA29488}" destId="{FC3F51A9-F5E9-4AAE-A5B8-1399EDB4E003}" srcOrd="0" destOrd="0" presId="urn:microsoft.com/office/officeart/2018/5/layout/IconCircleLabelList"/>
    <dgm:cxn modelId="{D648DF8A-DF6A-4EBB-A244-BBD1DFFD117D}" type="presParOf" srcId="{16EA1F05-6688-4D1C-B18B-4121DBA29488}" destId="{2DAB2DFF-3A0D-41DF-8F26-AAC44414998F}" srcOrd="1" destOrd="0" presId="urn:microsoft.com/office/officeart/2018/5/layout/IconCircleLabelList"/>
    <dgm:cxn modelId="{485EEBBD-94D2-43CD-A292-1539E2E89290}" type="presParOf" srcId="{16EA1F05-6688-4D1C-B18B-4121DBA29488}" destId="{83DECC03-85FD-4631-AE98-26703389F9C5}" srcOrd="2" destOrd="0" presId="urn:microsoft.com/office/officeart/2018/5/layout/IconCircleLabelList"/>
    <dgm:cxn modelId="{1B981EC3-9B6F-49B6-A41B-EC29F61B8DDF}" type="presParOf" srcId="{16EA1F05-6688-4D1C-B18B-4121DBA29488}" destId="{12B0F3E7-E891-4344-AC76-BC44857538B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47D96-5134-4445-9113-94D65B1C8213}">
      <dsp:nvSpPr>
        <dsp:cNvPr id="0" name=""/>
        <dsp:cNvSpPr/>
      </dsp:nvSpPr>
      <dsp:spPr>
        <a:xfrm>
          <a:off x="0" y="17613"/>
          <a:ext cx="503322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Large-scale bias detection using MIMIC-IV EHR data.</a:t>
          </a:r>
        </a:p>
      </dsp:txBody>
      <dsp:txXfrm>
        <a:off x="58257" y="75870"/>
        <a:ext cx="4916707" cy="1076886"/>
      </dsp:txXfrm>
    </dsp:sp>
    <dsp:sp modelId="{6B93222D-6D4D-4145-8858-AD3CAA33667A}">
      <dsp:nvSpPr>
        <dsp:cNvPr id="0" name=""/>
        <dsp:cNvSpPr/>
      </dsp:nvSpPr>
      <dsp:spPr>
        <a:xfrm>
          <a:off x="0" y="1297413"/>
          <a:ext cx="503322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ML models + fairness metrics to evaluate gender equity.</a:t>
          </a:r>
        </a:p>
      </dsp:txBody>
      <dsp:txXfrm>
        <a:off x="58257" y="1355670"/>
        <a:ext cx="4916707" cy="1076886"/>
      </dsp:txXfrm>
    </dsp:sp>
    <dsp:sp modelId="{E1D7B021-2EF5-413E-9D59-A86440D7721A}">
      <dsp:nvSpPr>
        <dsp:cNvPr id="0" name=""/>
        <dsp:cNvSpPr/>
      </dsp:nvSpPr>
      <dsp:spPr>
        <a:xfrm>
          <a:off x="0" y="2577213"/>
          <a:ext cx="5033221" cy="1193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Consistent disparities identified.</a:t>
          </a:r>
        </a:p>
      </dsp:txBody>
      <dsp:txXfrm>
        <a:off x="58257" y="2635470"/>
        <a:ext cx="4916707" cy="10768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CDA1FB-26BB-451D-B7A3-29EAFDF38E1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8189EF-1B96-4944-8489-47DB6A2B6D28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52F75-6E9B-46C4-A152-01DCBF60753D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MIMIC-IV ICU dataset (40K+ patients).</a:t>
          </a:r>
        </a:p>
      </dsp:txBody>
      <dsp:txXfrm>
        <a:off x="46529" y="2703902"/>
        <a:ext cx="2418750" cy="720000"/>
      </dsp:txXfrm>
    </dsp:sp>
    <dsp:sp modelId="{22E43CEE-9C7B-4944-BD57-FBC78331BA08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A940F-440F-4938-9C2A-29D00645FF53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CA4FE-9E8B-434A-A55E-F1E357F5C8DE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Tables: demographics, diagnoses, procedures, labs, outcomes.</a:t>
          </a:r>
        </a:p>
      </dsp:txBody>
      <dsp:txXfrm>
        <a:off x="2888560" y="2703902"/>
        <a:ext cx="2418750" cy="720000"/>
      </dsp:txXfrm>
    </dsp:sp>
    <dsp:sp modelId="{583B0F7D-3AC2-4201-A45D-7F2A1085F2DC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E0E7F7-86D8-43D5-9110-6C9BE6F9E45C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C7D8B-DD1B-450A-9720-1EB57818E5F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Adult patients only (18+).</a:t>
          </a:r>
        </a:p>
      </dsp:txBody>
      <dsp:txXfrm>
        <a:off x="5730591" y="2703902"/>
        <a:ext cx="241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2CF9E-DA49-46D3-9A42-F9D7B7CCC674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0BF5FB-FCF0-4164-B84A-29C51784DFC4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7D682E-199A-438A-87B6-86267060D7F7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Framework: PySpark on Databricks.</a:t>
          </a:r>
        </a:p>
      </dsp:txBody>
      <dsp:txXfrm>
        <a:off x="1428292" y="2439"/>
        <a:ext cx="3297908" cy="1236616"/>
      </dsp:txXfrm>
    </dsp:sp>
    <dsp:sp modelId="{001A01CF-9C24-472E-AE95-077C93F90BAD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BFDE5D-FF95-40BF-91EC-15A8B20927F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A6505-394C-4887-B900-F92031B28EA1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Second Platfrom : Google colab </a:t>
          </a:r>
          <a:endParaRPr lang="en-US" sz="2100" kern="1200"/>
        </a:p>
      </dsp:txBody>
      <dsp:txXfrm>
        <a:off x="1428292" y="1548210"/>
        <a:ext cx="3297908" cy="1236616"/>
      </dsp:txXfrm>
    </dsp:sp>
    <dsp:sp modelId="{DD401077-D2CA-4C05-8999-5778FF30450F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B35EF5-E8C1-40F2-BC05-913B9097E90F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94157-6B75-4F17-AE6D-DE4DAB8B9014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Models: Logistic Regression, Decision Tree, Random Forest, GBT.</a:t>
          </a:r>
        </a:p>
      </dsp:txBody>
      <dsp:txXfrm>
        <a:off x="1428292" y="3093981"/>
        <a:ext cx="3297908" cy="1236616"/>
      </dsp:txXfrm>
    </dsp:sp>
    <dsp:sp modelId="{ED3FB8C8-D8D8-428C-9334-88F7455CF9A1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C03037-3EA6-47D8-80AA-4B797CA8C9D3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A7D40-E1B0-4545-92AF-9E5B56BA0503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70/30 Train-Test Split; fixed seed.</a:t>
          </a:r>
        </a:p>
      </dsp:txBody>
      <dsp:txXfrm>
        <a:off x="1428292" y="4639752"/>
        <a:ext cx="3297908" cy="123661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C0802B-D949-4A7F-B756-923A08B18322}">
      <dsp:nvSpPr>
        <dsp:cNvPr id="0" name=""/>
        <dsp:cNvSpPr/>
      </dsp:nvSpPr>
      <dsp:spPr>
        <a:xfrm>
          <a:off x="0" y="151023"/>
          <a:ext cx="4941945" cy="494194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728E5D-612B-481B-BF06-38A2806F0BCF}">
      <dsp:nvSpPr>
        <dsp:cNvPr id="0" name=""/>
        <dsp:cNvSpPr/>
      </dsp:nvSpPr>
      <dsp:spPr>
        <a:xfrm>
          <a:off x="469484" y="620508"/>
          <a:ext cx="1927358" cy="192735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Despite extensive literature, research remains incomplete.</a:t>
          </a:r>
        </a:p>
      </dsp:txBody>
      <dsp:txXfrm>
        <a:off x="563570" y="714594"/>
        <a:ext cx="1739186" cy="1739186"/>
      </dsp:txXfrm>
    </dsp:sp>
    <dsp:sp modelId="{2E519625-34BA-4A72-A414-6175F63DEEA1}">
      <dsp:nvSpPr>
        <dsp:cNvPr id="0" name=""/>
        <dsp:cNvSpPr/>
      </dsp:nvSpPr>
      <dsp:spPr>
        <a:xfrm>
          <a:off x="2545101" y="620508"/>
          <a:ext cx="1927358" cy="1927358"/>
        </a:xfrm>
        <a:prstGeom prst="roundRect">
          <a:avLst/>
        </a:prstGeom>
        <a:solidFill>
          <a:schemeClr val="accent2">
            <a:hueOff val="1560507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Women live longer than men, reducing raw mortality signals.</a:t>
          </a:r>
        </a:p>
      </dsp:txBody>
      <dsp:txXfrm>
        <a:off x="2639187" y="714594"/>
        <a:ext cx="1739186" cy="1739186"/>
      </dsp:txXfrm>
    </dsp:sp>
    <dsp:sp modelId="{61555D61-D00A-474E-827A-E284671717F6}">
      <dsp:nvSpPr>
        <dsp:cNvPr id="0" name=""/>
        <dsp:cNvSpPr/>
      </dsp:nvSpPr>
      <dsp:spPr>
        <a:xfrm>
          <a:off x="469484" y="2696125"/>
          <a:ext cx="1927358" cy="1927358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Longevity masks systemic underdiagnosis or treatment gaps.</a:t>
          </a:r>
        </a:p>
      </dsp:txBody>
      <dsp:txXfrm>
        <a:off x="563570" y="2790211"/>
        <a:ext cx="1739186" cy="1739186"/>
      </dsp:txXfrm>
    </dsp:sp>
    <dsp:sp modelId="{B85973E0-900E-4A35-96BE-5022DB139E45}">
      <dsp:nvSpPr>
        <dsp:cNvPr id="0" name=""/>
        <dsp:cNvSpPr/>
      </dsp:nvSpPr>
      <dsp:spPr>
        <a:xfrm>
          <a:off x="2545101" y="2696125"/>
          <a:ext cx="1927358" cy="1927358"/>
        </a:xfrm>
        <a:prstGeom prst="roundRect">
          <a:avLst/>
        </a:prstGeom>
        <a:solidFill>
          <a:schemeClr val="accent2">
            <a:hueOff val="4681520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Outcome parity does not guarantee care parity.</a:t>
          </a:r>
        </a:p>
      </dsp:txBody>
      <dsp:txXfrm>
        <a:off x="2639187" y="2790211"/>
        <a:ext cx="1739186" cy="17391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27FDDA-05DD-4D9E-98DB-1EC77F89266D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D58C07-41FA-4EFA-98CE-7BFE3901A67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F0538-73E8-40D7-8CBA-EE17A4554D62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Machine learning shows fairness statistically.</a:t>
          </a:r>
        </a:p>
      </dsp:txBody>
      <dsp:txXfrm>
        <a:off x="46529" y="2703902"/>
        <a:ext cx="2418750" cy="720000"/>
      </dsp:txXfrm>
    </dsp:sp>
    <dsp:sp modelId="{0C4DDEFD-BE9B-4DF7-9ED3-0555234CA2F2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4237C7-90A0-455D-AD6C-74241A08D3EF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6954E-A633-420C-BA36-DF0547CDEC0B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However, systemic disparity may exist in access and diagnosis.</a:t>
          </a:r>
        </a:p>
      </dsp:txBody>
      <dsp:txXfrm>
        <a:off x="2888560" y="2703902"/>
        <a:ext cx="2418750" cy="720000"/>
      </dsp:txXfrm>
    </dsp:sp>
    <dsp:sp modelId="{A1AC83B5-5F1F-4C2D-98B0-68EB39337AA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8823C-E9DF-478B-924D-B562456340F7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1FC0AE-9B10-4E9E-A921-704F5B584753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Longevity may hide real clinical inequities.</a:t>
          </a:r>
        </a:p>
      </dsp:txBody>
      <dsp:txXfrm>
        <a:off x="5730591" y="2703902"/>
        <a:ext cx="241875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7DABB8-A41F-4F45-8CF8-148446FE36D2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A0C336-7B82-4EB7-BF29-6E9694DC7B71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646A54-4C61-474C-A9C8-7753F585220F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Single hospital dataset.</a:t>
          </a:r>
        </a:p>
      </dsp:txBody>
      <dsp:txXfrm>
        <a:off x="46529" y="2703902"/>
        <a:ext cx="2418750" cy="720000"/>
      </dsp:txXfrm>
    </dsp:sp>
    <dsp:sp modelId="{E95D5182-3D67-43DB-BCFA-FC59B816954B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527CF-7F25-4886-996C-64E62EC5BC8A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1E8B21-001C-437C-AA1F-405760C268E1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Hashing reduces feature interpretability.</a:t>
          </a:r>
        </a:p>
      </dsp:txBody>
      <dsp:txXfrm>
        <a:off x="2888560" y="2703902"/>
        <a:ext cx="2418750" cy="720000"/>
      </dsp:txXfrm>
    </dsp:sp>
    <dsp:sp modelId="{740C1B44-FAD2-4B31-B4CE-09150D3E1D81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FC20E0-926A-4AA2-83C4-EF88B9C22D24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297A81-DF97-43E6-934D-82BC1F91A1F7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No race/socioeconomic intersection analysis.</a:t>
          </a:r>
        </a:p>
      </dsp:txBody>
      <dsp:txXfrm>
        <a:off x="5730591" y="2703902"/>
        <a:ext cx="241875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E27463-7D12-436B-A96B-050720445788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CBCB52-6BF1-4B07-ABE5-ECA76B5745AF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Intersectional bias analysis.</a:t>
          </a:r>
        </a:p>
      </dsp:txBody>
      <dsp:txXfrm>
        <a:off x="78583" y="2435142"/>
        <a:ext cx="2399612" cy="720000"/>
      </dsp:txXfrm>
    </dsp:sp>
    <dsp:sp modelId="{4AA13FDE-EC13-447D-A110-49FB839EC9BA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5ACFF7-6B99-4507-A942-4A44E6E92CE6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SHAP &amp; LIME explanations.</a:t>
          </a:r>
        </a:p>
      </dsp:txBody>
      <dsp:txXfrm>
        <a:off x="2898129" y="2435142"/>
        <a:ext cx="2399612" cy="720000"/>
      </dsp:txXfrm>
    </dsp:sp>
    <dsp:sp modelId="{6DF03075-3253-4B50-903A-285B7E2E8BC3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1A7817-F31F-4AC2-8DA7-F0DA3C5A59C6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External validation with multi-center datasets.</a:t>
          </a:r>
        </a:p>
      </dsp:txBody>
      <dsp:txXfrm>
        <a:off x="5717674" y="2435142"/>
        <a:ext cx="2399612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808323-4B6F-4546-A5B3-76FB5B97C057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5F3F0B-BFEA-470E-AF4D-0CC1AEBAAA13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6D8E56-6225-4C48-BBD1-4F96AC031DDB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Strong predictive models with fair outcomes.</a:t>
          </a:r>
        </a:p>
      </dsp:txBody>
      <dsp:txXfrm>
        <a:off x="46529" y="2703902"/>
        <a:ext cx="2418750" cy="720000"/>
      </dsp:txXfrm>
    </dsp:sp>
    <dsp:sp modelId="{BB969B80-69DA-487A-82EF-9BFBE1225C2A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2D0E5-FCAA-4E95-96C5-8964070CA149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3E49C-FB03-4AA5-BA4D-5EE992164F6C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Model fairness does not imply equity in healthcare delivery.</a:t>
          </a:r>
        </a:p>
      </dsp:txBody>
      <dsp:txXfrm>
        <a:off x="2888560" y="2703902"/>
        <a:ext cx="2418750" cy="720000"/>
      </dsp:txXfrm>
    </dsp:sp>
    <dsp:sp modelId="{FC3F51A9-F5E9-4AAE-A5B8-1399EDB4E003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AB2DFF-3A0D-41DF-8F26-AAC44414998F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B0F3E7-E891-4344-AC76-BC44857538B9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Policy and clinical reforms still required.</a:t>
          </a:r>
        </a:p>
      </dsp:txBody>
      <dsp:txXfrm>
        <a:off x="5730591" y="2703902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3T22:05:46.504"/>
    </inkml:context>
    <inkml:brush xml:id="br0">
      <inkml:brushProperty name="width" value="0.035" units="cm"/>
      <inkml:brushProperty name="height" value="0.035" units="cm"/>
      <inkml:brushProperty name="color" value="#0B868D"/>
      <inkml:brushProperty name="inkEffects" value="ocean"/>
      <inkml:brushProperty name="anchorX" value="-11272.24316"/>
      <inkml:brushProperty name="anchorY" value="-51685.76953"/>
      <inkml:brushProperty name="scaleFactor" value="0.5"/>
    </inkml:brush>
  </inkml:definitions>
  <inkml:trace contextRef="#ctx0" brushRef="#br0">1 0 24575,'0'0'0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capsule&#10;&#10;AI-generated content may be incorrect.">
            <a:extLst>
              <a:ext uri="{FF2B5EF4-FFF2-40B4-BE49-F238E27FC236}">
                <a16:creationId xmlns:a16="http://schemas.microsoft.com/office/drawing/2014/main" id="{DFEC0899-AA06-B48B-181F-A61826DE7AE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4520" r="5146" b="-1"/>
          <a:stretch>
            <a:fillRect/>
          </a:stretch>
        </p:blipFill>
        <p:spPr>
          <a:xfrm>
            <a:off x="4085396" y="-29978"/>
            <a:ext cx="8011099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4997" y="979917"/>
            <a:ext cx="7186246" cy="1692946"/>
          </a:xfrm>
        </p:spPr>
        <p:txBody>
          <a:bodyPr>
            <a:normAutofit/>
          </a:bodyPr>
          <a:lstStyle/>
          <a:p>
            <a:pPr algn="l"/>
            <a:r>
              <a:rPr lang="en-GB" sz="7000" b="1" dirty="0">
                <a:ln w="22225">
                  <a:solidFill>
                    <a:schemeClr val="tx1"/>
                  </a:solidFill>
                  <a:miter lim="800000"/>
                </a:ln>
                <a:latin typeface="Times New Roman" panose="02020603050405020304" pitchFamily="18" charset="0"/>
                <a:cs typeface="Times New Roman" panose="02020603050405020304" pitchFamily="18" charset="0"/>
              </a:rPr>
              <a:t>Silent Disparities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4997" y="5577334"/>
            <a:ext cx="6210396" cy="601498"/>
          </a:xfrm>
        </p:spPr>
        <p:txBody>
          <a:bodyPr>
            <a:normAutofit/>
          </a:bodyPr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 Joash, Kubra, Pragathi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4C1303-BD7A-CED1-C8A9-98FF6AAC725B}"/>
              </a:ext>
            </a:extLst>
          </p:cNvPr>
          <p:cNvSpPr txBox="1"/>
          <p:nvPr/>
        </p:nvSpPr>
        <p:spPr>
          <a:xfrm>
            <a:off x="462783" y="3150513"/>
            <a:ext cx="646587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Gender Bias in Medical Outcomes</a:t>
            </a:r>
          </a:p>
          <a:p>
            <a:pPr algn="ctr"/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 5600 – Big Data 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GB" sz="3850" b="1"/>
              <a:t>Overview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2A84E9-8A18-BFC0-A29F-A86D57AAF8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6498566"/>
              </p:ext>
            </p:extLst>
          </p:nvPr>
        </p:nvGraphicFramePr>
        <p:xfrm>
          <a:off x="852321" y="2227943"/>
          <a:ext cx="5033221" cy="3788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 descr="A stethoscope and a couple of people&#10;&#10;AI-generated content may be incorrect.">
            <a:extLst>
              <a:ext uri="{FF2B5EF4-FFF2-40B4-BE49-F238E27FC236}">
                <a16:creationId xmlns:a16="http://schemas.microsoft.com/office/drawing/2014/main" id="{CE6CA845-1594-3952-1ED3-0EC82F9080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366" y="1681652"/>
            <a:ext cx="2602998" cy="28072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55DC0E-6EE8-5E94-2BB8-5DC5E649E1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713982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GB" sz="3700">
                <a:solidFill>
                  <a:schemeClr val="bg1"/>
                </a:solidFill>
              </a:rPr>
              <a:t>Modeling Framework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AFE6EEFD-3D67-EF4F-3D40-4F662B3E26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795528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scale with a couple of children in it&#10;&#10;AI-generated content may be incorrect.">
            <a:extLst>
              <a:ext uri="{FF2B5EF4-FFF2-40B4-BE49-F238E27FC236}">
                <a16:creationId xmlns:a16="http://schemas.microsoft.com/office/drawing/2014/main" id="{AD36841D-964A-E4F7-A5F9-0200F8E746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4280" r="3053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965200"/>
            <a:ext cx="7696200" cy="356486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0000">
                <a:ln w="22225">
                  <a:solidFill>
                    <a:schemeClr val="tx1"/>
                  </a:solidFill>
                  <a:miter lim="800000"/>
                </a:ln>
                <a:noFill/>
              </a:rPr>
              <a:t>Findings</a:t>
            </a:r>
            <a:br>
              <a:rPr lang="en-US" sz="10000">
                <a:ln w="22225">
                  <a:solidFill>
                    <a:schemeClr val="tx1"/>
                  </a:solidFill>
                  <a:miter lim="800000"/>
                </a:ln>
                <a:noFill/>
              </a:rPr>
            </a:br>
            <a:endParaRPr lang="en-US" sz="10000">
              <a:ln w="22225">
                <a:solidFill>
                  <a:schemeClr val="tx1"/>
                </a:solidFill>
                <a:miter lim="800000"/>
              </a:ln>
              <a:noFill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AF0A-0BE4-32EF-D05B-DC187A3C3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logistic regression&#10;&#10;AI-generated content may be incorrect.">
            <a:extLst>
              <a:ext uri="{FF2B5EF4-FFF2-40B4-BE49-F238E27FC236}">
                <a16:creationId xmlns:a16="http://schemas.microsoft.com/office/drawing/2014/main" id="{23BDEA0C-4FA3-93CB-4B07-D064021F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96" y="1451778"/>
            <a:ext cx="4909312" cy="36664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F2119DA-6E17-4F26-81DA-308F8EE549F9}"/>
              </a:ext>
            </a:extLst>
          </p:cNvPr>
          <p:cNvSpPr txBox="1"/>
          <p:nvPr/>
        </p:nvSpPr>
        <p:spPr>
          <a:xfrm>
            <a:off x="225396" y="5583046"/>
            <a:ext cx="883654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Negatives: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90 → </a:t>
            </a:r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sensitivity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Positives: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54 → excellent precision when predicting death</a:t>
            </a:r>
          </a:p>
          <a:p>
            <a:r>
              <a:rPr lang="en-US" sz="17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cleaning removed 173 noisy dimensions</a:t>
            </a:r>
            <a:r>
              <a:rPr lang="en-US" sz="17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reduced overfitting while retaining signal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005CE-FEEE-B651-31F9-6AD5EC368304}"/>
              </a:ext>
            </a:extLst>
          </p:cNvPr>
          <p:cNvSpPr txBox="1"/>
          <p:nvPr/>
        </p:nvSpPr>
        <p:spPr>
          <a:xfrm>
            <a:off x="644770" y="488342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</p:txBody>
      </p:sp>
      <p:pic>
        <p:nvPicPr>
          <p:cNvPr id="4" name="Picture 3" descr="A yellow and purple squares with numbers&#10;&#10;AI-generated content may be incorrect.">
            <a:extLst>
              <a:ext uri="{FF2B5EF4-FFF2-40B4-BE49-F238E27FC236}">
                <a16:creationId xmlns:a16="http://schemas.microsoft.com/office/drawing/2014/main" id="{BA80FD17-9A93-EBF1-8DE7-67A0B264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3065" y="1451778"/>
            <a:ext cx="3575539" cy="3802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55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1933-BFEA-EEE4-0AAD-92410DB9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28F2B5F6-075C-9770-03D8-7C0641479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698" y="1466082"/>
            <a:ext cx="5005611" cy="37383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69F26-8718-8C30-917D-B3E031957770}"/>
              </a:ext>
            </a:extLst>
          </p:cNvPr>
          <p:cNvSpPr txBox="1"/>
          <p:nvPr/>
        </p:nvSpPr>
        <p:spPr>
          <a:xfrm>
            <a:off x="703386" y="548027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4C35F-4FE5-F659-7263-81C538965EA8}"/>
              </a:ext>
            </a:extLst>
          </p:cNvPr>
          <p:cNvSpPr txBox="1"/>
          <p:nvPr/>
        </p:nvSpPr>
        <p:spPr>
          <a:xfrm>
            <a:off x="1594339" y="5779477"/>
            <a:ext cx="68105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FN: 133 | FP: 59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slightly higher errors but still strong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ranking focuses training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predictive clinical attributes</a:t>
            </a:r>
          </a:p>
        </p:txBody>
      </p:sp>
      <p:pic>
        <p:nvPicPr>
          <p:cNvPr id="2" name="Picture 1" descr="A yellow and purple squares with numbers&#10;&#10;AI-generated content may be incorrect.">
            <a:extLst>
              <a:ext uri="{FF2B5EF4-FFF2-40B4-BE49-F238E27FC236}">
                <a16:creationId xmlns:a16="http://schemas.microsoft.com/office/drawing/2014/main" id="{F95D1F01-9950-3EBF-44C3-24E4DF5D5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7309" y="1454856"/>
            <a:ext cx="3674993" cy="390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456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ECB53-8710-B805-AFA2-FC0232947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line&#10;&#10;AI-generated content may be incorrect.">
            <a:extLst>
              <a:ext uri="{FF2B5EF4-FFF2-40B4-BE49-F238E27FC236}">
                <a16:creationId xmlns:a16="http://schemas.microsoft.com/office/drawing/2014/main" id="{041E1C71-FAA7-9A69-F522-D01002739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41" y="1332273"/>
            <a:ext cx="5236195" cy="39105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C84E339-32BC-74B9-BFAE-035AB5342976}"/>
              </a:ext>
            </a:extLst>
          </p:cNvPr>
          <p:cNvSpPr txBox="1"/>
          <p:nvPr/>
        </p:nvSpPr>
        <p:spPr>
          <a:xfrm>
            <a:off x="1569725" y="5803320"/>
            <a:ext cx="71416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FN: 98 | FP: 78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more incorrect death predictions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interpretable model — clinicians can easily understand decision logic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53B9B0-8F57-B23F-1957-23AF0C016A77}"/>
              </a:ext>
            </a:extLst>
          </p:cNvPr>
          <p:cNvSpPr txBox="1"/>
          <p:nvPr/>
        </p:nvSpPr>
        <p:spPr>
          <a:xfrm>
            <a:off x="554896" y="576064"/>
            <a:ext cx="202965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</p:txBody>
      </p:sp>
      <p:pic>
        <p:nvPicPr>
          <p:cNvPr id="5" name="Picture 4" descr="A yellow and purple squares with numbers&#10;&#10;AI-generated content may be incorrect.">
            <a:extLst>
              <a:ext uri="{FF2B5EF4-FFF2-40B4-BE49-F238E27FC236}">
                <a16:creationId xmlns:a16="http://schemas.microsoft.com/office/drawing/2014/main" id="{F081787E-83C9-A5FC-08D8-F70119C7D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554" y="1332273"/>
            <a:ext cx="3677604" cy="391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707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8986A-3E7F-98FF-A30A-F15012CF0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94C88D37-2EAF-D86E-BB00-D6C911514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90" y="1561616"/>
            <a:ext cx="5135595" cy="383544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1409C2-1E76-E0EE-8750-4293B05F2055}"/>
              </a:ext>
            </a:extLst>
          </p:cNvPr>
          <p:cNvSpPr txBox="1"/>
          <p:nvPr/>
        </p:nvSpPr>
        <p:spPr>
          <a:xfrm>
            <a:off x="1477108" y="5803320"/>
            <a:ext cx="64450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FN: 115 | FP: 62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good balance of recall &amp; precision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 reduces mistakes iteratively →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minority detection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D0DF19-0D7A-6A56-9F97-2B29B596947A}"/>
              </a:ext>
            </a:extLst>
          </p:cNvPr>
          <p:cNvSpPr txBox="1"/>
          <p:nvPr/>
        </p:nvSpPr>
        <p:spPr>
          <a:xfrm>
            <a:off x="504093" y="577625"/>
            <a:ext cx="457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Gradient-Boosted Trees</a:t>
            </a:r>
          </a:p>
        </p:txBody>
      </p:sp>
      <p:pic>
        <p:nvPicPr>
          <p:cNvPr id="4" name="Picture 3" descr="A yellow and purple squares with numbers&#10;&#10;AI-generated content may be incorrect.">
            <a:extLst>
              <a:ext uri="{FF2B5EF4-FFF2-40B4-BE49-F238E27FC236}">
                <a16:creationId xmlns:a16="http://schemas.microsoft.com/office/drawing/2014/main" id="{660EB37D-3F53-C86A-365C-49F7BFF58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11" y="1460941"/>
            <a:ext cx="3778800" cy="401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3823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line graph&#10;&#10;AI-generated content may be incorrect.">
            <a:extLst>
              <a:ext uri="{FF2B5EF4-FFF2-40B4-BE49-F238E27FC236}">
                <a16:creationId xmlns:a16="http://schemas.microsoft.com/office/drawing/2014/main" id="{F5857D45-7095-C885-DB47-FFB9E1AEF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26" y="914548"/>
            <a:ext cx="3951405" cy="297464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FCCDD9-9834-DF2C-AC46-264D63EEC6D1}"/>
                  </a:ext>
                </a:extLst>
              </p14:cNvPr>
              <p14:cNvContentPartPr/>
              <p14:nvPr/>
            </p14:nvContentPartPr>
            <p14:xfrm>
              <a:off x="5830967" y="3672608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FCCDD9-9834-DF2C-AC46-264D63EEC6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24847" y="366648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3DA83EC-A67E-5313-AB9E-D2FED596042F}"/>
              </a:ext>
            </a:extLst>
          </p:cNvPr>
          <p:cNvSpPr txBox="1"/>
          <p:nvPr/>
        </p:nvSpPr>
        <p:spPr>
          <a:xfrm>
            <a:off x="416336" y="185696"/>
            <a:ext cx="504176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Best Model Comparison</a:t>
            </a:r>
          </a:p>
        </p:txBody>
      </p:sp>
      <p:pic>
        <p:nvPicPr>
          <p:cNvPr id="6" name="Picture 5" descr="A graph of blue rectangular bars&#10;&#10;AI-generated content may be incorrect.">
            <a:extLst>
              <a:ext uri="{FF2B5EF4-FFF2-40B4-BE49-F238E27FC236}">
                <a16:creationId xmlns:a16="http://schemas.microsoft.com/office/drawing/2014/main" id="{4BFB36F5-E5E5-454D-6E0D-21EEB3257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7698" y="3915740"/>
            <a:ext cx="4932025" cy="2942260"/>
          </a:xfrm>
          <a:prstGeom prst="rect">
            <a:avLst/>
          </a:prstGeom>
        </p:spPr>
      </p:pic>
      <p:pic>
        <p:nvPicPr>
          <p:cNvPr id="8" name="Picture 7" descr="A graph of blue bars with white text&#10;&#10;Description automatically generated">
            <a:extLst>
              <a:ext uri="{FF2B5EF4-FFF2-40B4-BE49-F238E27FC236}">
                <a16:creationId xmlns:a16="http://schemas.microsoft.com/office/drawing/2014/main" id="{DD33CA0C-2F08-5B3E-D3B9-C9B11EB9EC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399" y="1043354"/>
            <a:ext cx="4943041" cy="2845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438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278130-DFE0-457B-8698-88DF69019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9531B-1681-4D6E-BECB-18325B33A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" y="0"/>
            <a:ext cx="9141714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344094-430A-400B-804B-910E696A1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8743" y="709375"/>
            <a:ext cx="8035257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3C67DF-7782-4E57-AB9B-F1B4811AD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084243" y="1789005"/>
            <a:ext cx="5413238" cy="3244751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725" y="675564"/>
            <a:ext cx="2707375" cy="5204085"/>
          </a:xfrm>
        </p:spPr>
        <p:txBody>
          <a:bodyPr>
            <a:normAutofit/>
          </a:bodyPr>
          <a:lstStyle/>
          <a:p>
            <a:r>
              <a:t>Critical Literature Insight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3A5AE3-BD30-455C-842B-7626C8BEF0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524492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DBECAA5-1F2D-470D-875C-8F2C2CA3E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9144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11ADF2-465B-0C9B-160D-933AB4324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7991339"/>
              </p:ext>
            </p:extLst>
          </p:nvPr>
        </p:nvGraphicFramePr>
        <p:xfrm>
          <a:off x="3582547" y="819369"/>
          <a:ext cx="4941945" cy="52439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F5B066-2011-5057-7037-DAFB67EF4B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13528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Limitations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ECB902-1AE8-7830-76B8-AA7F9B33FA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82357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9E3F4D-B912-3463-5EA7-67FE994400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43775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0589F5-2698-6E52-6161-BEDAEFC461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50720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couple of people's faces with a symbol&#10;&#10;AI-generated content may be incorrect.">
            <a:extLst>
              <a:ext uri="{FF2B5EF4-FFF2-40B4-BE49-F238E27FC236}">
                <a16:creationId xmlns:a16="http://schemas.microsoft.com/office/drawing/2014/main" id="{3BAEB96A-6102-8B15-ECE6-1446067D51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36" t="1131" r="15942" b="1"/>
          <a:stretch>
            <a:fillRect/>
          </a:stretch>
        </p:blipFill>
        <p:spPr>
          <a:xfrm>
            <a:off x="17971" y="10"/>
            <a:ext cx="6501364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3739" y="0"/>
            <a:ext cx="6360260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962097-B836-C270-4BFF-757427890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596" y="2658862"/>
            <a:ext cx="5081478" cy="207236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9600" b="1" dirty="0"/>
              <a:t>Thank You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79617" y="434802"/>
            <a:ext cx="146304" cy="5280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88736" y="4546920"/>
            <a:ext cx="30175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8988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341</Words>
  <Application>Microsoft Macintosh PowerPoint</Application>
  <PresentationFormat>On-screen Show (4:3)</PresentationFormat>
  <Paragraphs>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Silent Disparities</vt:lpstr>
      <vt:lpstr>Overview </vt:lpstr>
      <vt:lpstr>Dataset Overview</vt:lpstr>
      <vt:lpstr>Modeling Framework</vt:lpstr>
      <vt:lpstr>Findings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Critical Literature Insight</vt:lpstr>
      <vt:lpstr>Interpretation</vt:lpstr>
      <vt:lpstr>Limitations</vt:lpstr>
      <vt:lpstr>Future Work</vt:lpstr>
      <vt:lpstr>Conclusion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Kubra</dc:creator>
  <cp:keywords/>
  <dc:description>generated using python-pptx</dc:description>
  <cp:lastModifiedBy>Panakanahalli Somashekaraiah, Pragathi</cp:lastModifiedBy>
  <cp:revision>9</cp:revision>
  <dcterms:created xsi:type="dcterms:W3CDTF">2013-01-27T09:14:16Z</dcterms:created>
  <dcterms:modified xsi:type="dcterms:W3CDTF">2025-12-03T23:45:08Z</dcterms:modified>
  <cp:category/>
  <cp:contentStatus/>
</cp:coreProperties>
</file>